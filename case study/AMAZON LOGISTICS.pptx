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34"/>
  </p:notesMasterIdLst>
  <p:sldIdLst>
    <p:sldId id="256" r:id="rId2"/>
    <p:sldId id="257" r:id="rId3"/>
    <p:sldId id="258" r:id="rId4"/>
    <p:sldId id="259" r:id="rId5"/>
    <p:sldId id="260" r:id="rId6"/>
    <p:sldId id="265" r:id="rId7"/>
    <p:sldId id="266" r:id="rId8"/>
    <p:sldId id="261" r:id="rId9"/>
    <p:sldId id="262" r:id="rId10"/>
    <p:sldId id="263" r:id="rId11"/>
    <p:sldId id="267" r:id="rId12"/>
    <p:sldId id="268" r:id="rId13"/>
    <p:sldId id="269" r:id="rId14"/>
    <p:sldId id="270" r:id="rId15"/>
    <p:sldId id="271" r:id="rId16"/>
    <p:sldId id="272" r:id="rId17"/>
    <p:sldId id="275" r:id="rId18"/>
    <p:sldId id="276" r:id="rId19"/>
    <p:sldId id="277" r:id="rId20"/>
    <p:sldId id="273" r:id="rId21"/>
    <p:sldId id="274" r:id="rId22"/>
    <p:sldId id="278" r:id="rId23"/>
    <p:sldId id="279" r:id="rId24"/>
    <p:sldId id="280" r:id="rId25"/>
    <p:sldId id="281" r:id="rId26"/>
    <p:sldId id="282" r:id="rId27"/>
    <p:sldId id="283" r:id="rId28"/>
    <p:sldId id="285" r:id="rId29"/>
    <p:sldId id="286" r:id="rId30"/>
    <p:sldId id="287" r:id="rId31"/>
    <p:sldId id="288" r:id="rId32"/>
    <p:sldId id="289" r:id="rId3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5A20732-2314-4323-A170-1746B8A4DD09}" v="136" dt="2026-03-05T12:28:08.902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137" autoAdjust="0"/>
    <p:restoredTop sz="94503" autoAdjust="0"/>
  </p:normalViewPr>
  <p:slideViewPr>
    <p:cSldViewPr snapToGrid="0">
      <p:cViewPr varScale="1">
        <p:scale>
          <a:sx n="120" d="100"/>
          <a:sy n="120" d="100"/>
        </p:scale>
        <p:origin x="108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microsoft.com/office/2016/11/relationships/changesInfo" Target="changesInfos/changesInfo1.xml"/><Relationship Id="rId21" Type="http://schemas.openxmlformats.org/officeDocument/2006/relationships/slide" Target="slides/slide20.xml"/><Relationship Id="rId34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heme" Target="theme/theme1.xml"/><Relationship Id="rId40" Type="http://schemas.microsoft.com/office/2015/10/relationships/revisionInfo" Target="revisionInfo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bhinav gupta" userId="3da83338649f83bf" providerId="LiveId" clId="{CE3DA53B-F825-4672-990C-836C74CEC990}"/>
    <pc:docChg chg="undo custSel addSld delSld modSld sldOrd">
      <pc:chgData name="Abhinav gupta" userId="3da83338649f83bf" providerId="LiveId" clId="{CE3DA53B-F825-4672-990C-836C74CEC990}" dt="2026-03-05T12:30:49.450" v="1860" actId="14100"/>
      <pc:docMkLst>
        <pc:docMk/>
      </pc:docMkLst>
      <pc:sldChg chg="modSp">
        <pc:chgData name="Abhinav gupta" userId="3da83338649f83bf" providerId="LiveId" clId="{CE3DA53B-F825-4672-990C-836C74CEC990}" dt="2026-03-05T12:01:45.489" v="1039"/>
        <pc:sldMkLst>
          <pc:docMk/>
          <pc:sldMk cId="3052804474" sldId="256"/>
        </pc:sldMkLst>
        <pc:spChg chg="mod">
          <ac:chgData name="Abhinav gupta" userId="3da83338649f83bf" providerId="LiveId" clId="{CE3DA53B-F825-4672-990C-836C74CEC990}" dt="2026-03-05T12:01:45.489" v="1039"/>
          <ac:spMkLst>
            <pc:docMk/>
            <pc:sldMk cId="3052804474" sldId="256"/>
            <ac:spMk id="3" creationId="{ED724DAE-8403-C79F-6AB9-3596F4EF2443}"/>
          </ac:spMkLst>
        </pc:spChg>
        <pc:spChg chg="mod">
          <ac:chgData name="Abhinav gupta" userId="3da83338649f83bf" providerId="LiveId" clId="{CE3DA53B-F825-4672-990C-836C74CEC990}" dt="2026-03-05T12:01:45.489" v="1039"/>
          <ac:spMkLst>
            <pc:docMk/>
            <pc:sldMk cId="3052804474" sldId="256"/>
            <ac:spMk id="5" creationId="{1534462B-7B48-E183-33CC-9E99B82A67AF}"/>
          </ac:spMkLst>
        </pc:spChg>
      </pc:sldChg>
      <pc:sldChg chg="modSp mod">
        <pc:chgData name="Abhinav gupta" userId="3da83338649f83bf" providerId="LiveId" clId="{CE3DA53B-F825-4672-990C-836C74CEC990}" dt="2026-03-05T12:01:45.489" v="1039"/>
        <pc:sldMkLst>
          <pc:docMk/>
          <pc:sldMk cId="1434592887" sldId="257"/>
        </pc:sldMkLst>
        <pc:spChg chg="mod">
          <ac:chgData name="Abhinav gupta" userId="3da83338649f83bf" providerId="LiveId" clId="{CE3DA53B-F825-4672-990C-836C74CEC990}" dt="2026-03-05T12:01:45.489" v="1039"/>
          <ac:spMkLst>
            <pc:docMk/>
            <pc:sldMk cId="1434592887" sldId="257"/>
            <ac:spMk id="2" creationId="{3285EB11-C664-9F5C-74B0-F89084612546}"/>
          </ac:spMkLst>
        </pc:spChg>
      </pc:sldChg>
      <pc:sldChg chg="modSp">
        <pc:chgData name="Abhinav gupta" userId="3da83338649f83bf" providerId="LiveId" clId="{CE3DA53B-F825-4672-990C-836C74CEC990}" dt="2026-03-05T12:01:45.489" v="1039"/>
        <pc:sldMkLst>
          <pc:docMk/>
          <pc:sldMk cId="1640510961" sldId="258"/>
        </pc:sldMkLst>
        <pc:spChg chg="mod">
          <ac:chgData name="Abhinav gupta" userId="3da83338649f83bf" providerId="LiveId" clId="{CE3DA53B-F825-4672-990C-836C74CEC990}" dt="2026-03-05T12:01:45.489" v="1039"/>
          <ac:spMkLst>
            <pc:docMk/>
            <pc:sldMk cId="1640510961" sldId="258"/>
            <ac:spMk id="2" creationId="{7A40CE77-15CB-C4AD-1B5A-E22C3213A148}"/>
          </ac:spMkLst>
        </pc:spChg>
      </pc:sldChg>
      <pc:sldChg chg="modSp">
        <pc:chgData name="Abhinav gupta" userId="3da83338649f83bf" providerId="LiveId" clId="{CE3DA53B-F825-4672-990C-836C74CEC990}" dt="2026-03-05T12:01:45.489" v="1039"/>
        <pc:sldMkLst>
          <pc:docMk/>
          <pc:sldMk cId="2004981704" sldId="259"/>
        </pc:sldMkLst>
        <pc:spChg chg="mod">
          <ac:chgData name="Abhinav gupta" userId="3da83338649f83bf" providerId="LiveId" clId="{CE3DA53B-F825-4672-990C-836C74CEC990}" dt="2026-03-05T12:01:45.489" v="1039"/>
          <ac:spMkLst>
            <pc:docMk/>
            <pc:sldMk cId="2004981704" sldId="259"/>
            <ac:spMk id="2" creationId="{BD29DAB8-0DBE-0EDF-E84F-A51EF0FBF5CC}"/>
          </ac:spMkLst>
        </pc:spChg>
      </pc:sldChg>
      <pc:sldChg chg="modSp">
        <pc:chgData name="Abhinav gupta" userId="3da83338649f83bf" providerId="LiveId" clId="{CE3DA53B-F825-4672-990C-836C74CEC990}" dt="2026-03-05T12:01:45.489" v="1039"/>
        <pc:sldMkLst>
          <pc:docMk/>
          <pc:sldMk cId="2867664239" sldId="260"/>
        </pc:sldMkLst>
        <pc:spChg chg="mod">
          <ac:chgData name="Abhinav gupta" userId="3da83338649f83bf" providerId="LiveId" clId="{CE3DA53B-F825-4672-990C-836C74CEC990}" dt="2026-03-05T12:01:45.489" v="1039"/>
          <ac:spMkLst>
            <pc:docMk/>
            <pc:sldMk cId="2867664239" sldId="260"/>
            <ac:spMk id="3" creationId="{3B7DC4CB-FFC5-F3E6-6E86-D17697FC123C}"/>
          </ac:spMkLst>
        </pc:spChg>
      </pc:sldChg>
      <pc:sldChg chg="modSp">
        <pc:chgData name="Abhinav gupta" userId="3da83338649f83bf" providerId="LiveId" clId="{CE3DA53B-F825-4672-990C-836C74CEC990}" dt="2026-03-05T12:01:45.489" v="1039"/>
        <pc:sldMkLst>
          <pc:docMk/>
          <pc:sldMk cId="1407152492" sldId="267"/>
        </pc:sldMkLst>
        <pc:spChg chg="mod">
          <ac:chgData name="Abhinav gupta" userId="3da83338649f83bf" providerId="LiveId" clId="{CE3DA53B-F825-4672-990C-836C74CEC990}" dt="2026-03-05T12:01:45.489" v="1039"/>
          <ac:spMkLst>
            <pc:docMk/>
            <pc:sldMk cId="1407152492" sldId="267"/>
            <ac:spMk id="2" creationId="{886EC3F4-D90A-89F3-26D2-9807E0828486}"/>
          </ac:spMkLst>
        </pc:spChg>
        <pc:spChg chg="mod">
          <ac:chgData name="Abhinav gupta" userId="3da83338649f83bf" providerId="LiveId" clId="{CE3DA53B-F825-4672-990C-836C74CEC990}" dt="2026-03-05T12:01:45.489" v="1039"/>
          <ac:spMkLst>
            <pc:docMk/>
            <pc:sldMk cId="1407152492" sldId="267"/>
            <ac:spMk id="3" creationId="{9D8409D5-3689-C237-5AB4-DA7418F6FCDA}"/>
          </ac:spMkLst>
        </pc:spChg>
      </pc:sldChg>
      <pc:sldChg chg="modSp">
        <pc:chgData name="Abhinav gupta" userId="3da83338649f83bf" providerId="LiveId" clId="{CE3DA53B-F825-4672-990C-836C74CEC990}" dt="2026-03-05T12:01:45.489" v="1039"/>
        <pc:sldMkLst>
          <pc:docMk/>
          <pc:sldMk cId="4107497612" sldId="268"/>
        </pc:sldMkLst>
        <pc:spChg chg="mod">
          <ac:chgData name="Abhinav gupta" userId="3da83338649f83bf" providerId="LiveId" clId="{CE3DA53B-F825-4672-990C-836C74CEC990}" dt="2026-03-05T12:01:45.489" v="1039"/>
          <ac:spMkLst>
            <pc:docMk/>
            <pc:sldMk cId="4107497612" sldId="268"/>
            <ac:spMk id="2" creationId="{2BD06F1C-3AFB-D007-57DA-03C8FB419713}"/>
          </ac:spMkLst>
        </pc:spChg>
      </pc:sldChg>
      <pc:sldChg chg="modSp">
        <pc:chgData name="Abhinav gupta" userId="3da83338649f83bf" providerId="LiveId" clId="{CE3DA53B-F825-4672-990C-836C74CEC990}" dt="2026-03-05T12:01:45.489" v="1039"/>
        <pc:sldMkLst>
          <pc:docMk/>
          <pc:sldMk cId="2434378679" sldId="269"/>
        </pc:sldMkLst>
        <pc:spChg chg="mod">
          <ac:chgData name="Abhinav gupta" userId="3da83338649f83bf" providerId="LiveId" clId="{CE3DA53B-F825-4672-990C-836C74CEC990}" dt="2026-03-05T12:01:45.489" v="1039"/>
          <ac:spMkLst>
            <pc:docMk/>
            <pc:sldMk cId="2434378679" sldId="269"/>
            <ac:spMk id="2" creationId="{339EBA85-5979-DFB6-B8ED-357FD2520F8B}"/>
          </ac:spMkLst>
        </pc:spChg>
      </pc:sldChg>
      <pc:sldChg chg="modSp">
        <pc:chgData name="Abhinav gupta" userId="3da83338649f83bf" providerId="LiveId" clId="{CE3DA53B-F825-4672-990C-836C74CEC990}" dt="2026-03-05T12:01:45.489" v="1039"/>
        <pc:sldMkLst>
          <pc:docMk/>
          <pc:sldMk cId="3886846647" sldId="270"/>
        </pc:sldMkLst>
        <pc:spChg chg="mod">
          <ac:chgData name="Abhinav gupta" userId="3da83338649f83bf" providerId="LiveId" clId="{CE3DA53B-F825-4672-990C-836C74CEC990}" dt="2026-03-05T12:01:45.489" v="1039"/>
          <ac:spMkLst>
            <pc:docMk/>
            <pc:sldMk cId="3886846647" sldId="270"/>
            <ac:spMk id="2" creationId="{F260C439-0DEC-9D4F-376E-FDE1DB8B2941}"/>
          </ac:spMkLst>
        </pc:spChg>
      </pc:sldChg>
      <pc:sldChg chg="modSp">
        <pc:chgData name="Abhinav gupta" userId="3da83338649f83bf" providerId="LiveId" clId="{CE3DA53B-F825-4672-990C-836C74CEC990}" dt="2026-03-05T12:01:45.489" v="1039"/>
        <pc:sldMkLst>
          <pc:docMk/>
          <pc:sldMk cId="1387004627" sldId="271"/>
        </pc:sldMkLst>
        <pc:spChg chg="mod">
          <ac:chgData name="Abhinav gupta" userId="3da83338649f83bf" providerId="LiveId" clId="{CE3DA53B-F825-4672-990C-836C74CEC990}" dt="2026-03-05T12:01:45.489" v="1039"/>
          <ac:spMkLst>
            <pc:docMk/>
            <pc:sldMk cId="1387004627" sldId="271"/>
            <ac:spMk id="2" creationId="{C3F2902E-389D-0CEE-7340-D3C4A7366F81}"/>
          </ac:spMkLst>
        </pc:spChg>
      </pc:sldChg>
      <pc:sldChg chg="modSp">
        <pc:chgData name="Abhinav gupta" userId="3da83338649f83bf" providerId="LiveId" clId="{CE3DA53B-F825-4672-990C-836C74CEC990}" dt="2026-03-05T12:01:45.489" v="1039"/>
        <pc:sldMkLst>
          <pc:docMk/>
          <pc:sldMk cId="963076683" sldId="273"/>
        </pc:sldMkLst>
        <pc:spChg chg="mod">
          <ac:chgData name="Abhinav gupta" userId="3da83338649f83bf" providerId="LiveId" clId="{CE3DA53B-F825-4672-990C-836C74CEC990}" dt="2026-03-05T12:01:45.489" v="1039"/>
          <ac:spMkLst>
            <pc:docMk/>
            <pc:sldMk cId="963076683" sldId="273"/>
            <ac:spMk id="2" creationId="{3182B359-166A-19EE-0428-728926C2DC76}"/>
          </ac:spMkLst>
        </pc:spChg>
      </pc:sldChg>
      <pc:sldChg chg="addSp delSp modSp new mod">
        <pc:chgData name="Abhinav gupta" userId="3da83338649f83bf" providerId="LiveId" clId="{CE3DA53B-F825-4672-990C-836C74CEC990}" dt="2026-03-05T12:01:45.489" v="1039"/>
        <pc:sldMkLst>
          <pc:docMk/>
          <pc:sldMk cId="1281916939" sldId="274"/>
        </pc:sldMkLst>
        <pc:spChg chg="mod">
          <ac:chgData name="Abhinav gupta" userId="3da83338649f83bf" providerId="LiveId" clId="{CE3DA53B-F825-4672-990C-836C74CEC990}" dt="2026-03-05T12:01:45.489" v="1039"/>
          <ac:spMkLst>
            <pc:docMk/>
            <pc:sldMk cId="1281916939" sldId="274"/>
            <ac:spMk id="2" creationId="{53958A0F-8F19-A856-DECD-F7A8DD99C82E}"/>
          </ac:spMkLst>
        </pc:spChg>
        <pc:spChg chg="add del">
          <ac:chgData name="Abhinav gupta" userId="3da83338649f83bf" providerId="LiveId" clId="{CE3DA53B-F825-4672-990C-836C74CEC990}" dt="2026-03-05T10:03:13.967" v="2" actId="22"/>
          <ac:spMkLst>
            <pc:docMk/>
            <pc:sldMk cId="1281916939" sldId="274"/>
            <ac:spMk id="4" creationId="{C7647A09-8486-A409-9773-5C731ECAD9CA}"/>
          </ac:spMkLst>
        </pc:spChg>
        <pc:spChg chg="add mod">
          <ac:chgData name="Abhinav gupta" userId="3da83338649f83bf" providerId="LiveId" clId="{CE3DA53B-F825-4672-990C-836C74CEC990}" dt="2026-03-05T10:04:58.037" v="28" actId="20577"/>
          <ac:spMkLst>
            <pc:docMk/>
            <pc:sldMk cId="1281916939" sldId="274"/>
            <ac:spMk id="5" creationId="{CD4A7D92-8042-FC21-9A7E-91FF62CA7E29}"/>
          </ac:spMkLst>
        </pc:spChg>
      </pc:sldChg>
      <pc:sldChg chg="new del">
        <pc:chgData name="Abhinav gupta" userId="3da83338649f83bf" providerId="LiveId" clId="{CE3DA53B-F825-4672-990C-836C74CEC990}" dt="2026-03-05T10:08:46.387" v="30" actId="2696"/>
        <pc:sldMkLst>
          <pc:docMk/>
          <pc:sldMk cId="311152068" sldId="275"/>
        </pc:sldMkLst>
      </pc:sldChg>
      <pc:sldChg chg="delSp modSp new mod ord">
        <pc:chgData name="Abhinav gupta" userId="3da83338649f83bf" providerId="LiveId" clId="{CE3DA53B-F825-4672-990C-836C74CEC990}" dt="2026-03-05T10:44:18.318" v="79"/>
        <pc:sldMkLst>
          <pc:docMk/>
          <pc:sldMk cId="2921057910" sldId="275"/>
        </pc:sldMkLst>
        <pc:spChg chg="mod">
          <ac:chgData name="Abhinav gupta" userId="3da83338649f83bf" providerId="LiveId" clId="{CE3DA53B-F825-4672-990C-836C74CEC990}" dt="2026-03-05T10:09:19.888" v="35" actId="1076"/>
          <ac:spMkLst>
            <pc:docMk/>
            <pc:sldMk cId="2921057910" sldId="275"/>
            <ac:spMk id="2" creationId="{E62F395C-8DDF-4ECE-ADF2-539B8093C1CE}"/>
          </ac:spMkLst>
        </pc:spChg>
        <pc:spChg chg="del">
          <ac:chgData name="Abhinav gupta" userId="3da83338649f83bf" providerId="LiveId" clId="{CE3DA53B-F825-4672-990C-836C74CEC990}" dt="2026-03-05T10:09:29.670" v="36" actId="21"/>
          <ac:spMkLst>
            <pc:docMk/>
            <pc:sldMk cId="2921057910" sldId="275"/>
            <ac:spMk id="3" creationId="{2A832DB5-A65D-D93A-9612-FB600BC24E34}"/>
          </ac:spMkLst>
        </pc:spChg>
      </pc:sldChg>
      <pc:sldChg chg="addSp modSp new mod ord">
        <pc:chgData name="Abhinav gupta" userId="3da83338649f83bf" providerId="LiveId" clId="{CE3DA53B-F825-4672-990C-836C74CEC990}" dt="2026-03-05T10:44:22.451" v="81"/>
        <pc:sldMkLst>
          <pc:docMk/>
          <pc:sldMk cId="1054749838" sldId="276"/>
        </pc:sldMkLst>
        <pc:picChg chg="add mod">
          <ac:chgData name="Abhinav gupta" userId="3da83338649f83bf" providerId="LiveId" clId="{CE3DA53B-F825-4672-990C-836C74CEC990}" dt="2026-03-05T10:10:02.930" v="40" actId="14100"/>
          <ac:picMkLst>
            <pc:docMk/>
            <pc:sldMk cId="1054749838" sldId="276"/>
            <ac:picMk id="3" creationId="{2338919D-DAA9-48B4-0B35-92F7979221FF}"/>
          </ac:picMkLst>
        </pc:picChg>
      </pc:sldChg>
      <pc:sldChg chg="addSp modSp new mod ord">
        <pc:chgData name="Abhinav gupta" userId="3da83338649f83bf" providerId="LiveId" clId="{CE3DA53B-F825-4672-990C-836C74CEC990}" dt="2026-03-05T10:44:28.501" v="83"/>
        <pc:sldMkLst>
          <pc:docMk/>
          <pc:sldMk cId="1818553344" sldId="277"/>
        </pc:sldMkLst>
        <pc:picChg chg="add mod">
          <ac:chgData name="Abhinav gupta" userId="3da83338649f83bf" providerId="LiveId" clId="{CE3DA53B-F825-4672-990C-836C74CEC990}" dt="2026-03-05T10:12:32.620" v="44" actId="14100"/>
          <ac:picMkLst>
            <pc:docMk/>
            <pc:sldMk cId="1818553344" sldId="277"/>
            <ac:picMk id="3" creationId="{07DBA21B-0C45-DBE1-464E-A618E51749F8}"/>
          </ac:picMkLst>
        </pc:picChg>
      </pc:sldChg>
      <pc:sldChg chg="delSp modSp new mod">
        <pc:chgData name="Abhinav gupta" userId="3da83338649f83bf" providerId="LiveId" clId="{CE3DA53B-F825-4672-990C-836C74CEC990}" dt="2026-03-05T12:01:45.489" v="1039"/>
        <pc:sldMkLst>
          <pc:docMk/>
          <pc:sldMk cId="2123904893" sldId="278"/>
        </pc:sldMkLst>
        <pc:spChg chg="mod">
          <ac:chgData name="Abhinav gupta" userId="3da83338649f83bf" providerId="LiveId" clId="{CE3DA53B-F825-4672-990C-836C74CEC990}" dt="2026-03-05T12:01:45.489" v="1039"/>
          <ac:spMkLst>
            <pc:docMk/>
            <pc:sldMk cId="2123904893" sldId="278"/>
            <ac:spMk id="2" creationId="{2B56EA9F-1911-3CD2-3F80-5913B8201545}"/>
          </ac:spMkLst>
        </pc:spChg>
        <pc:spChg chg="del">
          <ac:chgData name="Abhinav gupta" userId="3da83338649f83bf" providerId="LiveId" clId="{CE3DA53B-F825-4672-990C-836C74CEC990}" dt="2026-03-05T10:16:34.145" v="61" actId="21"/>
          <ac:spMkLst>
            <pc:docMk/>
            <pc:sldMk cId="2123904893" sldId="278"/>
            <ac:spMk id="3" creationId="{B6D07B78-2911-EDEA-433B-A102187ED769}"/>
          </ac:spMkLst>
        </pc:spChg>
      </pc:sldChg>
      <pc:sldChg chg="new del">
        <pc:chgData name="Abhinav gupta" userId="3da83338649f83bf" providerId="LiveId" clId="{CE3DA53B-F825-4672-990C-836C74CEC990}" dt="2026-03-05T10:16:43.971" v="63" actId="2696"/>
        <pc:sldMkLst>
          <pc:docMk/>
          <pc:sldMk cId="464974358" sldId="279"/>
        </pc:sldMkLst>
      </pc:sldChg>
      <pc:sldChg chg="new del">
        <pc:chgData name="Abhinav gupta" userId="3da83338649f83bf" providerId="LiveId" clId="{CE3DA53B-F825-4672-990C-836C74CEC990}" dt="2026-03-05T10:16:50.233" v="65" actId="2696"/>
        <pc:sldMkLst>
          <pc:docMk/>
          <pc:sldMk cId="467513120" sldId="279"/>
        </pc:sldMkLst>
      </pc:sldChg>
      <pc:sldChg chg="addSp modSp new mod">
        <pc:chgData name="Abhinav gupta" userId="3da83338649f83bf" providerId="LiveId" clId="{CE3DA53B-F825-4672-990C-836C74CEC990}" dt="2026-03-05T10:18:22.524" v="69" actId="14100"/>
        <pc:sldMkLst>
          <pc:docMk/>
          <pc:sldMk cId="1803648228" sldId="279"/>
        </pc:sldMkLst>
        <pc:picChg chg="add mod">
          <ac:chgData name="Abhinav gupta" userId="3da83338649f83bf" providerId="LiveId" clId="{CE3DA53B-F825-4672-990C-836C74CEC990}" dt="2026-03-05T10:18:22.524" v="69" actId="14100"/>
          <ac:picMkLst>
            <pc:docMk/>
            <pc:sldMk cId="1803648228" sldId="279"/>
            <ac:picMk id="3" creationId="{041F8F81-7DAC-ABB4-622B-F08EA1C6E818}"/>
          </ac:picMkLst>
        </pc:picChg>
      </pc:sldChg>
      <pc:sldChg chg="addSp delSp modSp new mod">
        <pc:chgData name="Abhinav gupta" userId="3da83338649f83bf" providerId="LiveId" clId="{CE3DA53B-F825-4672-990C-836C74CEC990}" dt="2026-03-05T10:22:02.605" v="77" actId="14100"/>
        <pc:sldMkLst>
          <pc:docMk/>
          <pc:sldMk cId="2960373749" sldId="280"/>
        </pc:sldMkLst>
        <pc:picChg chg="add del mod">
          <ac:chgData name="Abhinav gupta" userId="3da83338649f83bf" providerId="LiveId" clId="{CE3DA53B-F825-4672-990C-836C74CEC990}" dt="2026-03-05T10:21:32.891" v="74" actId="931"/>
          <ac:picMkLst>
            <pc:docMk/>
            <pc:sldMk cId="2960373749" sldId="280"/>
            <ac:picMk id="3" creationId="{D6B06B6B-1683-DAF4-0A17-FC2ED3743685}"/>
          </ac:picMkLst>
        </pc:picChg>
        <pc:picChg chg="add mod">
          <ac:chgData name="Abhinav gupta" userId="3da83338649f83bf" providerId="LiveId" clId="{CE3DA53B-F825-4672-990C-836C74CEC990}" dt="2026-03-05T10:22:02.605" v="77" actId="14100"/>
          <ac:picMkLst>
            <pc:docMk/>
            <pc:sldMk cId="2960373749" sldId="280"/>
            <ac:picMk id="5" creationId="{B31C1CC5-9C18-EF8C-14BE-AF9268E0E686}"/>
          </ac:picMkLst>
        </pc:picChg>
      </pc:sldChg>
      <pc:sldChg chg="addSp modSp new mod">
        <pc:chgData name="Abhinav gupta" userId="3da83338649f83bf" providerId="LiveId" clId="{CE3DA53B-F825-4672-990C-836C74CEC990}" dt="2026-03-05T11:00:09.666" v="87" actId="14100"/>
        <pc:sldMkLst>
          <pc:docMk/>
          <pc:sldMk cId="1296574176" sldId="281"/>
        </pc:sldMkLst>
        <pc:picChg chg="add mod">
          <ac:chgData name="Abhinav gupta" userId="3da83338649f83bf" providerId="LiveId" clId="{CE3DA53B-F825-4672-990C-836C74CEC990}" dt="2026-03-05T11:00:09.666" v="87" actId="14100"/>
          <ac:picMkLst>
            <pc:docMk/>
            <pc:sldMk cId="1296574176" sldId="281"/>
            <ac:picMk id="3" creationId="{5F9A9430-AD25-E594-7955-255582FE6A44}"/>
          </ac:picMkLst>
        </pc:picChg>
      </pc:sldChg>
      <pc:sldChg chg="addSp delSp modSp new mod">
        <pc:chgData name="Abhinav gupta" userId="3da83338649f83bf" providerId="LiveId" clId="{CE3DA53B-F825-4672-990C-836C74CEC990}" dt="2026-03-05T11:13:00.713" v="285" actId="1076"/>
        <pc:sldMkLst>
          <pc:docMk/>
          <pc:sldMk cId="368671685" sldId="282"/>
        </pc:sldMkLst>
        <pc:spChg chg="add del">
          <ac:chgData name="Abhinav gupta" userId="3da83338649f83bf" providerId="LiveId" clId="{CE3DA53B-F825-4672-990C-836C74CEC990}" dt="2026-03-05T11:08:50.162" v="156" actId="22"/>
          <ac:spMkLst>
            <pc:docMk/>
            <pc:sldMk cId="368671685" sldId="282"/>
            <ac:spMk id="5" creationId="{9E1C21CF-9A06-89E1-7BA6-E09347315F9E}"/>
          </ac:spMkLst>
        </pc:spChg>
        <pc:spChg chg="add del mod">
          <ac:chgData name="Abhinav gupta" userId="3da83338649f83bf" providerId="LiveId" clId="{CE3DA53B-F825-4672-990C-836C74CEC990}" dt="2026-03-05T11:09:14.247" v="171"/>
          <ac:spMkLst>
            <pc:docMk/>
            <pc:sldMk cId="368671685" sldId="282"/>
            <ac:spMk id="6" creationId="{1A011E57-9CE5-0CF1-E6C7-B577B08E608A}"/>
          </ac:spMkLst>
        </pc:spChg>
        <pc:spChg chg="add mod">
          <ac:chgData name="Abhinav gupta" userId="3da83338649f83bf" providerId="LiveId" clId="{CE3DA53B-F825-4672-990C-836C74CEC990}" dt="2026-03-05T11:10:36.507" v="186" actId="207"/>
          <ac:spMkLst>
            <pc:docMk/>
            <pc:sldMk cId="368671685" sldId="282"/>
            <ac:spMk id="7" creationId="{0975F4FE-223A-C740-395F-811E183498E9}"/>
          </ac:spMkLst>
        </pc:spChg>
        <pc:spChg chg="add del mod">
          <ac:chgData name="Abhinav gupta" userId="3da83338649f83bf" providerId="LiveId" clId="{CE3DA53B-F825-4672-990C-836C74CEC990}" dt="2026-03-05T11:10:10.410" v="184"/>
          <ac:spMkLst>
            <pc:docMk/>
            <pc:sldMk cId="368671685" sldId="282"/>
            <ac:spMk id="8" creationId="{70BF2ADF-FED2-28A5-99FD-ED2E07649C1C}"/>
          </ac:spMkLst>
        </pc:spChg>
        <pc:spChg chg="add mod">
          <ac:chgData name="Abhinav gupta" userId="3da83338649f83bf" providerId="LiveId" clId="{CE3DA53B-F825-4672-990C-836C74CEC990}" dt="2026-03-05T11:10:53.087" v="187" actId="313"/>
          <ac:spMkLst>
            <pc:docMk/>
            <pc:sldMk cId="368671685" sldId="282"/>
            <ac:spMk id="9" creationId="{AD2D04EF-3723-776D-BD94-0BF9305DD665}"/>
          </ac:spMkLst>
        </pc:spChg>
        <pc:spChg chg="add mod">
          <ac:chgData name="Abhinav gupta" userId="3da83338649f83bf" providerId="LiveId" clId="{CE3DA53B-F825-4672-990C-836C74CEC990}" dt="2026-03-05T11:12:51.271" v="284" actId="1076"/>
          <ac:spMkLst>
            <pc:docMk/>
            <pc:sldMk cId="368671685" sldId="282"/>
            <ac:spMk id="10" creationId="{B22310C4-61A1-7086-BF93-6EF790EFB5C5}"/>
          </ac:spMkLst>
        </pc:spChg>
        <pc:graphicFrameChg chg="add del mod modGraphic">
          <ac:chgData name="Abhinav gupta" userId="3da83338649f83bf" providerId="LiveId" clId="{CE3DA53B-F825-4672-990C-836C74CEC990}" dt="2026-03-05T11:04:06.317" v="92" actId="3680"/>
          <ac:graphicFrameMkLst>
            <pc:docMk/>
            <pc:sldMk cId="368671685" sldId="282"/>
            <ac:graphicFrameMk id="2" creationId="{7EEB5F0F-B6FD-0E17-2211-1DFD5BECC5B3}"/>
          </ac:graphicFrameMkLst>
        </pc:graphicFrameChg>
        <pc:graphicFrameChg chg="add mod modGraphic">
          <ac:chgData name="Abhinav gupta" userId="3da83338649f83bf" providerId="LiveId" clId="{CE3DA53B-F825-4672-990C-836C74CEC990}" dt="2026-03-05T11:13:00.713" v="285" actId="1076"/>
          <ac:graphicFrameMkLst>
            <pc:docMk/>
            <pc:sldMk cId="368671685" sldId="282"/>
            <ac:graphicFrameMk id="3" creationId="{3C136154-EF44-721F-E915-DB57A4D6AFEE}"/>
          </ac:graphicFrameMkLst>
        </pc:graphicFrameChg>
      </pc:sldChg>
      <pc:sldChg chg="addSp delSp modSp new mod">
        <pc:chgData name="Abhinav gupta" userId="3da83338649f83bf" providerId="LiveId" clId="{CE3DA53B-F825-4672-990C-836C74CEC990}" dt="2026-03-05T11:36:01.499" v="492"/>
        <pc:sldMkLst>
          <pc:docMk/>
          <pc:sldMk cId="3406817369" sldId="283"/>
        </pc:sldMkLst>
        <pc:spChg chg="add del">
          <ac:chgData name="Abhinav gupta" userId="3da83338649f83bf" providerId="LiveId" clId="{CE3DA53B-F825-4672-990C-836C74CEC990}" dt="2026-03-05T11:15:23.902" v="288" actId="22"/>
          <ac:spMkLst>
            <pc:docMk/>
            <pc:sldMk cId="3406817369" sldId="283"/>
            <ac:spMk id="3" creationId="{B9C04721-BFB6-8774-179F-947C523EE65A}"/>
          </ac:spMkLst>
        </pc:spChg>
        <pc:spChg chg="add del">
          <ac:chgData name="Abhinav gupta" userId="3da83338649f83bf" providerId="LiveId" clId="{CE3DA53B-F825-4672-990C-836C74CEC990}" dt="2026-03-05T11:15:32.422" v="290" actId="22"/>
          <ac:spMkLst>
            <pc:docMk/>
            <pc:sldMk cId="3406817369" sldId="283"/>
            <ac:spMk id="5" creationId="{03CAF76C-5350-4E08-5CFB-43BB9CF71B3D}"/>
          </ac:spMkLst>
        </pc:spChg>
        <pc:spChg chg="add del">
          <ac:chgData name="Abhinav gupta" userId="3da83338649f83bf" providerId="LiveId" clId="{CE3DA53B-F825-4672-990C-836C74CEC990}" dt="2026-03-05T11:15:43.068" v="292" actId="22"/>
          <ac:spMkLst>
            <pc:docMk/>
            <pc:sldMk cId="3406817369" sldId="283"/>
            <ac:spMk id="7" creationId="{A1D88AC0-CAFD-6037-EDA6-A29F5AFAABE0}"/>
          </ac:spMkLst>
        </pc:spChg>
        <pc:spChg chg="add mod">
          <ac:chgData name="Abhinav gupta" userId="3da83338649f83bf" providerId="LiveId" clId="{CE3DA53B-F825-4672-990C-836C74CEC990}" dt="2026-03-05T11:16:18.058" v="303" actId="1076"/>
          <ac:spMkLst>
            <pc:docMk/>
            <pc:sldMk cId="3406817369" sldId="283"/>
            <ac:spMk id="8" creationId="{4C63F43D-E45F-A2C2-BD08-7CC2CB224F07}"/>
          </ac:spMkLst>
        </pc:spChg>
        <pc:spChg chg="add mod">
          <ac:chgData name="Abhinav gupta" userId="3da83338649f83bf" providerId="LiveId" clId="{CE3DA53B-F825-4672-990C-836C74CEC990}" dt="2026-03-05T11:33:22.686" v="424" actId="20577"/>
          <ac:spMkLst>
            <pc:docMk/>
            <pc:sldMk cId="3406817369" sldId="283"/>
            <ac:spMk id="10" creationId="{8B68707A-1740-CC5F-5625-BBFA0FF0B6FC}"/>
          </ac:spMkLst>
        </pc:spChg>
        <pc:graphicFrameChg chg="add mod modGraphic">
          <ac:chgData name="Abhinav gupta" userId="3da83338649f83bf" providerId="LiveId" clId="{CE3DA53B-F825-4672-990C-836C74CEC990}" dt="2026-03-05T11:36:01.499" v="492"/>
          <ac:graphicFrameMkLst>
            <pc:docMk/>
            <pc:sldMk cId="3406817369" sldId="283"/>
            <ac:graphicFrameMk id="11" creationId="{1412ED19-05DA-950C-D12D-65F88D774B45}"/>
          </ac:graphicFrameMkLst>
        </pc:graphicFrameChg>
      </pc:sldChg>
      <pc:sldChg chg="addSp delSp modSp new del mod">
        <pc:chgData name="Abhinav gupta" userId="3da83338649f83bf" providerId="LiveId" clId="{CE3DA53B-F825-4672-990C-836C74CEC990}" dt="2026-03-05T11:54:46.555" v="754" actId="2696"/>
        <pc:sldMkLst>
          <pc:docMk/>
          <pc:sldMk cId="352547919" sldId="284"/>
        </pc:sldMkLst>
        <pc:spChg chg="add mod">
          <ac:chgData name="Abhinav gupta" userId="3da83338649f83bf" providerId="LiveId" clId="{CE3DA53B-F825-4672-990C-836C74CEC990}" dt="2026-03-05T11:38:54.079" v="494"/>
          <ac:spMkLst>
            <pc:docMk/>
            <pc:sldMk cId="352547919" sldId="284"/>
            <ac:spMk id="2" creationId="{61FFABC3-8E38-BD6E-B892-86695517629C}"/>
          </ac:spMkLst>
        </pc:spChg>
        <pc:spChg chg="add mod">
          <ac:chgData name="Abhinav gupta" userId="3da83338649f83bf" providerId="LiveId" clId="{CE3DA53B-F825-4672-990C-836C74CEC990}" dt="2026-03-05T11:44:55.926" v="685" actId="1076"/>
          <ac:spMkLst>
            <pc:docMk/>
            <pc:sldMk cId="352547919" sldId="284"/>
            <ac:spMk id="4" creationId="{2D80662C-3A61-554B-656F-D57E0AA9663F}"/>
          </ac:spMkLst>
        </pc:spChg>
        <pc:spChg chg="add mod">
          <ac:chgData name="Abhinav gupta" userId="3da83338649f83bf" providerId="LiveId" clId="{CE3DA53B-F825-4672-990C-836C74CEC990}" dt="2026-03-05T11:50:13.845" v="742" actId="1076"/>
          <ac:spMkLst>
            <pc:docMk/>
            <pc:sldMk cId="352547919" sldId="284"/>
            <ac:spMk id="5" creationId="{A7EF0CBB-CE31-3865-50DB-910E54473A35}"/>
          </ac:spMkLst>
        </pc:spChg>
        <pc:graphicFrameChg chg="add del">
          <ac:chgData name="Abhinav gupta" userId="3da83338649f83bf" providerId="LiveId" clId="{CE3DA53B-F825-4672-990C-836C74CEC990}" dt="2026-03-05T11:42:15.453" v="572" actId="3680"/>
          <ac:graphicFrameMkLst>
            <pc:docMk/>
            <pc:sldMk cId="352547919" sldId="284"/>
            <ac:graphicFrameMk id="6" creationId="{A4A91AEB-1080-4E29-4FA6-423835AA77D4}"/>
          </ac:graphicFrameMkLst>
        </pc:graphicFrameChg>
        <pc:graphicFrameChg chg="add del mod">
          <ac:chgData name="Abhinav gupta" userId="3da83338649f83bf" providerId="LiveId" clId="{CE3DA53B-F825-4672-990C-836C74CEC990}" dt="2026-03-05T11:42:14.838" v="571" actId="3680"/>
          <ac:graphicFrameMkLst>
            <pc:docMk/>
            <pc:sldMk cId="352547919" sldId="284"/>
            <ac:graphicFrameMk id="7" creationId="{567F8EE6-883A-2953-DB85-EEFED4BA38E7}"/>
          </ac:graphicFrameMkLst>
        </pc:graphicFrameChg>
        <pc:graphicFrameChg chg="add mod modGraphic">
          <ac:chgData name="Abhinav gupta" userId="3da83338649f83bf" providerId="LiveId" clId="{CE3DA53B-F825-4672-990C-836C74CEC990}" dt="2026-03-05T11:50:05.530" v="741"/>
          <ac:graphicFrameMkLst>
            <pc:docMk/>
            <pc:sldMk cId="352547919" sldId="284"/>
            <ac:graphicFrameMk id="8" creationId="{667F9792-3661-4A20-A992-3E282ACC6F75}"/>
          </ac:graphicFrameMkLst>
        </pc:graphicFrameChg>
      </pc:sldChg>
      <pc:sldChg chg="new del">
        <pc:chgData name="Abhinav gupta" userId="3da83338649f83bf" providerId="LiveId" clId="{CE3DA53B-F825-4672-990C-836C74CEC990}" dt="2026-03-05T11:50:44.084" v="744" actId="680"/>
        <pc:sldMkLst>
          <pc:docMk/>
          <pc:sldMk cId="1402174828" sldId="285"/>
        </pc:sldMkLst>
      </pc:sldChg>
      <pc:sldChg chg="delSp modSp new mod">
        <pc:chgData name="Abhinav gupta" userId="3da83338649f83bf" providerId="LiveId" clId="{CE3DA53B-F825-4672-990C-836C74CEC990}" dt="2026-03-05T12:01:45.489" v="1039"/>
        <pc:sldMkLst>
          <pc:docMk/>
          <pc:sldMk cId="3130019642" sldId="285"/>
        </pc:sldMkLst>
        <pc:spChg chg="mod">
          <ac:chgData name="Abhinav gupta" userId="3da83338649f83bf" providerId="LiveId" clId="{CE3DA53B-F825-4672-990C-836C74CEC990}" dt="2026-03-05T12:01:45.489" v="1039"/>
          <ac:spMkLst>
            <pc:docMk/>
            <pc:sldMk cId="3130019642" sldId="285"/>
            <ac:spMk id="2" creationId="{0A06E9C3-0FEF-1E73-06AE-60912401B4AB}"/>
          </ac:spMkLst>
        </pc:spChg>
        <pc:spChg chg="del">
          <ac:chgData name="Abhinav gupta" userId="3da83338649f83bf" providerId="LiveId" clId="{CE3DA53B-F825-4672-990C-836C74CEC990}" dt="2026-03-05T11:52:21.807" v="747" actId="21"/>
          <ac:spMkLst>
            <pc:docMk/>
            <pc:sldMk cId="3130019642" sldId="285"/>
            <ac:spMk id="3" creationId="{3A694513-C6BE-6309-C1A9-571AFD2773EA}"/>
          </ac:spMkLst>
        </pc:spChg>
      </pc:sldChg>
      <pc:sldChg chg="addSp delSp modSp new mod">
        <pc:chgData name="Abhinav gupta" userId="3da83338649f83bf" providerId="LiveId" clId="{CE3DA53B-F825-4672-990C-836C74CEC990}" dt="2026-03-05T12:05:16.605" v="1263" actId="1076"/>
        <pc:sldMkLst>
          <pc:docMk/>
          <pc:sldMk cId="2551039464" sldId="286"/>
        </pc:sldMkLst>
        <pc:spChg chg="mod">
          <ac:chgData name="Abhinav gupta" userId="3da83338649f83bf" providerId="LiveId" clId="{CE3DA53B-F825-4672-990C-836C74CEC990}" dt="2026-03-05T12:01:45.489" v="1039"/>
          <ac:spMkLst>
            <pc:docMk/>
            <pc:sldMk cId="2551039464" sldId="286"/>
            <ac:spMk id="2" creationId="{DFA76E35-A169-5553-C1C2-3EDFC7B67D33}"/>
          </ac:spMkLst>
        </pc:spChg>
        <pc:spChg chg="add del mod">
          <ac:chgData name="Abhinav gupta" userId="3da83338649f83bf" providerId="LiveId" clId="{CE3DA53B-F825-4672-990C-836C74CEC990}" dt="2026-03-05T11:56:21.730" v="791"/>
          <ac:spMkLst>
            <pc:docMk/>
            <pc:sldMk cId="2551039464" sldId="286"/>
            <ac:spMk id="3" creationId="{5DC67109-7E33-4FF2-37C9-6289C7F75869}"/>
          </ac:spMkLst>
        </pc:spChg>
        <pc:spChg chg="add mod">
          <ac:chgData name="Abhinav gupta" userId="3da83338649f83bf" providerId="LiveId" clId="{CE3DA53B-F825-4672-990C-836C74CEC990}" dt="2026-03-05T12:05:16.605" v="1263" actId="1076"/>
          <ac:spMkLst>
            <pc:docMk/>
            <pc:sldMk cId="2551039464" sldId="286"/>
            <ac:spMk id="4" creationId="{F19EEEE0-0A9A-376F-82B7-3BD97EC6CFFD}"/>
          </ac:spMkLst>
        </pc:spChg>
        <pc:spChg chg="add del mod">
          <ac:chgData name="Abhinav gupta" userId="3da83338649f83bf" providerId="LiveId" clId="{CE3DA53B-F825-4672-990C-836C74CEC990}" dt="2026-03-05T12:01:57.709" v="1044"/>
          <ac:spMkLst>
            <pc:docMk/>
            <pc:sldMk cId="2551039464" sldId="286"/>
            <ac:spMk id="5" creationId="{FAAE7F27-A78C-FC22-18B3-697F1B010D71}"/>
          </ac:spMkLst>
        </pc:spChg>
        <pc:spChg chg="add mod">
          <ac:chgData name="Abhinav gupta" userId="3da83338649f83bf" providerId="LiveId" clId="{CE3DA53B-F825-4672-990C-836C74CEC990}" dt="2026-03-05T12:05:11.641" v="1262" actId="1076"/>
          <ac:spMkLst>
            <pc:docMk/>
            <pc:sldMk cId="2551039464" sldId="286"/>
            <ac:spMk id="6" creationId="{D5B6570F-7A7C-2085-A073-E08065E0AB84}"/>
          </ac:spMkLst>
        </pc:spChg>
        <pc:spChg chg="add mod">
          <ac:chgData name="Abhinav gupta" userId="3da83338649f83bf" providerId="LiveId" clId="{CE3DA53B-F825-4672-990C-836C74CEC990}" dt="2026-03-05T12:05:06.517" v="1261" actId="1076"/>
          <ac:spMkLst>
            <pc:docMk/>
            <pc:sldMk cId="2551039464" sldId="286"/>
            <ac:spMk id="7" creationId="{0308226C-0F14-A372-AE50-E18A139CF7E2}"/>
          </ac:spMkLst>
        </pc:spChg>
      </pc:sldChg>
      <pc:sldChg chg="new del">
        <pc:chgData name="Abhinav gupta" userId="3da83338649f83bf" providerId="LiveId" clId="{CE3DA53B-F825-4672-990C-836C74CEC990}" dt="2026-03-05T11:52:31.826" v="749" actId="680"/>
        <pc:sldMkLst>
          <pc:docMk/>
          <pc:sldMk cId="3067989307" sldId="286"/>
        </pc:sldMkLst>
      </pc:sldChg>
      <pc:sldChg chg="addSp delSp modSp new del mod">
        <pc:chgData name="Abhinav gupta" userId="3da83338649f83bf" providerId="LiveId" clId="{CE3DA53B-F825-4672-990C-836C74CEC990}" dt="2026-03-05T11:55:13.587" v="755" actId="2696"/>
        <pc:sldMkLst>
          <pc:docMk/>
          <pc:sldMk cId="3988470917" sldId="286"/>
        </pc:sldMkLst>
        <pc:spChg chg="add del mod">
          <ac:chgData name="Abhinav gupta" userId="3da83338649f83bf" providerId="LiveId" clId="{CE3DA53B-F825-4672-990C-836C74CEC990}" dt="2026-03-05T11:53:35.833" v="753"/>
          <ac:spMkLst>
            <pc:docMk/>
            <pc:sldMk cId="3988470917" sldId="286"/>
            <ac:spMk id="2" creationId="{D58E80E4-E182-FAEE-1E44-D211140024AB}"/>
          </ac:spMkLst>
        </pc:spChg>
      </pc:sldChg>
      <pc:sldChg chg="addSp delSp modSp new mod">
        <pc:chgData name="Abhinav gupta" userId="3da83338649f83bf" providerId="LiveId" clId="{CE3DA53B-F825-4672-990C-836C74CEC990}" dt="2026-03-05T12:21:09.066" v="1539" actId="20577"/>
        <pc:sldMkLst>
          <pc:docMk/>
          <pc:sldMk cId="733185126" sldId="287"/>
        </pc:sldMkLst>
        <pc:spChg chg="mod">
          <ac:chgData name="Abhinav gupta" userId="3da83338649f83bf" providerId="LiveId" clId="{CE3DA53B-F825-4672-990C-836C74CEC990}" dt="2026-03-05T12:07:45.836" v="1309" actId="20577"/>
          <ac:spMkLst>
            <pc:docMk/>
            <pc:sldMk cId="733185126" sldId="287"/>
            <ac:spMk id="2" creationId="{FC2DF03D-C6C0-822D-DCE0-B5DBD7874F21}"/>
          </ac:spMkLst>
        </pc:spChg>
        <pc:spChg chg="add del mod">
          <ac:chgData name="Abhinav gupta" userId="3da83338649f83bf" providerId="LiveId" clId="{CE3DA53B-F825-4672-990C-836C74CEC990}" dt="2026-03-05T12:08:10.752" v="1312"/>
          <ac:spMkLst>
            <pc:docMk/>
            <pc:sldMk cId="733185126" sldId="287"/>
            <ac:spMk id="3" creationId="{C682DA83-F759-82B0-9580-717E92E6E191}"/>
          </ac:spMkLst>
        </pc:spChg>
        <pc:spChg chg="add del mod">
          <ac:chgData name="Abhinav gupta" userId="3da83338649f83bf" providerId="LiveId" clId="{CE3DA53B-F825-4672-990C-836C74CEC990}" dt="2026-03-05T12:08:47.485" v="1315"/>
          <ac:spMkLst>
            <pc:docMk/>
            <pc:sldMk cId="733185126" sldId="287"/>
            <ac:spMk id="4" creationId="{5780BE86-F8FA-5298-A254-01D87CA34734}"/>
          </ac:spMkLst>
        </pc:spChg>
        <pc:spChg chg="add del mod">
          <ac:chgData name="Abhinav gupta" userId="3da83338649f83bf" providerId="LiveId" clId="{CE3DA53B-F825-4672-990C-836C74CEC990}" dt="2026-03-05T12:08:54.988" v="1318"/>
          <ac:spMkLst>
            <pc:docMk/>
            <pc:sldMk cId="733185126" sldId="287"/>
            <ac:spMk id="5" creationId="{32922D5B-6000-AFFA-9764-50734C8CF554}"/>
          </ac:spMkLst>
        </pc:spChg>
        <pc:spChg chg="add del mod">
          <ac:chgData name="Abhinav gupta" userId="3da83338649f83bf" providerId="LiveId" clId="{CE3DA53B-F825-4672-990C-836C74CEC990}" dt="2026-03-05T12:09:20.175" v="1323"/>
          <ac:spMkLst>
            <pc:docMk/>
            <pc:sldMk cId="733185126" sldId="287"/>
            <ac:spMk id="6" creationId="{A26E3C6A-5B9A-8DC2-8C26-8D03A0D96F40}"/>
          </ac:spMkLst>
        </pc:spChg>
        <pc:spChg chg="add mod">
          <ac:chgData name="Abhinav gupta" userId="3da83338649f83bf" providerId="LiveId" clId="{CE3DA53B-F825-4672-990C-836C74CEC990}" dt="2026-03-05T12:17:07.703" v="1417" actId="20577"/>
          <ac:spMkLst>
            <pc:docMk/>
            <pc:sldMk cId="733185126" sldId="287"/>
            <ac:spMk id="7" creationId="{E0421BA8-EBCE-240B-356F-AD3136ED3F86}"/>
          </ac:spMkLst>
        </pc:spChg>
        <pc:spChg chg="add mod">
          <ac:chgData name="Abhinav gupta" userId="3da83338649f83bf" providerId="LiveId" clId="{CE3DA53B-F825-4672-990C-836C74CEC990}" dt="2026-03-05T12:17:52.987" v="1422" actId="1076"/>
          <ac:spMkLst>
            <pc:docMk/>
            <pc:sldMk cId="733185126" sldId="287"/>
            <ac:spMk id="8" creationId="{2EF392D1-FFD5-5101-34C6-6B9E73509AC7}"/>
          </ac:spMkLst>
        </pc:spChg>
        <pc:spChg chg="add mod">
          <ac:chgData name="Abhinav gupta" userId="3da83338649f83bf" providerId="LiveId" clId="{CE3DA53B-F825-4672-990C-836C74CEC990}" dt="2026-03-05T12:21:09.066" v="1539" actId="20577"/>
          <ac:spMkLst>
            <pc:docMk/>
            <pc:sldMk cId="733185126" sldId="287"/>
            <ac:spMk id="9" creationId="{AE9639C7-8176-59E9-C293-E70214A31DD9}"/>
          </ac:spMkLst>
        </pc:spChg>
      </pc:sldChg>
      <pc:sldChg chg="addSp delSp modSp new mod">
        <pc:chgData name="Abhinav gupta" userId="3da83338649f83bf" providerId="LiveId" clId="{CE3DA53B-F825-4672-990C-836C74CEC990}" dt="2026-03-05T12:28:15.077" v="1854" actId="1076"/>
        <pc:sldMkLst>
          <pc:docMk/>
          <pc:sldMk cId="1743726730" sldId="288"/>
        </pc:sldMkLst>
        <pc:spChg chg="mod">
          <ac:chgData name="Abhinav gupta" userId="3da83338649f83bf" providerId="LiveId" clId="{CE3DA53B-F825-4672-990C-836C74CEC990}" dt="2026-03-05T12:24:56.461" v="1566" actId="20577"/>
          <ac:spMkLst>
            <pc:docMk/>
            <pc:sldMk cId="1743726730" sldId="288"/>
            <ac:spMk id="2" creationId="{304A8E48-3B12-A2C5-94F3-9218D799806B}"/>
          </ac:spMkLst>
        </pc:spChg>
        <pc:spChg chg="add mod">
          <ac:chgData name="Abhinav gupta" userId="3da83338649f83bf" providerId="LiveId" clId="{CE3DA53B-F825-4672-990C-836C74CEC990}" dt="2026-03-05T12:27:49.414" v="1846" actId="1076"/>
          <ac:spMkLst>
            <pc:docMk/>
            <pc:sldMk cId="1743726730" sldId="288"/>
            <ac:spMk id="3" creationId="{C4D65B2D-308B-0EC7-0E1E-68811D50A7D0}"/>
          </ac:spMkLst>
        </pc:spChg>
        <pc:spChg chg="add del mod">
          <ac:chgData name="Abhinav gupta" userId="3da83338649f83bf" providerId="LiveId" clId="{CE3DA53B-F825-4672-990C-836C74CEC990}" dt="2026-03-05T12:27:57.809" v="1850"/>
          <ac:spMkLst>
            <pc:docMk/>
            <pc:sldMk cId="1743726730" sldId="288"/>
            <ac:spMk id="4" creationId="{ADBD6E96-220D-6BC4-808A-A1DE8D37D4BC}"/>
          </ac:spMkLst>
        </pc:spChg>
        <pc:spChg chg="add mod">
          <ac:chgData name="Abhinav gupta" userId="3da83338649f83bf" providerId="LiveId" clId="{CE3DA53B-F825-4672-990C-836C74CEC990}" dt="2026-03-05T12:28:15.077" v="1854" actId="1076"/>
          <ac:spMkLst>
            <pc:docMk/>
            <pc:sldMk cId="1743726730" sldId="288"/>
            <ac:spMk id="5" creationId="{2AB2A644-6806-5984-E943-79188E719D5B}"/>
          </ac:spMkLst>
        </pc:spChg>
      </pc:sldChg>
      <pc:sldChg chg="addSp modSp new mod">
        <pc:chgData name="Abhinav gupta" userId="3da83338649f83bf" providerId="LiveId" clId="{CE3DA53B-F825-4672-990C-836C74CEC990}" dt="2026-03-05T12:30:49.450" v="1860" actId="14100"/>
        <pc:sldMkLst>
          <pc:docMk/>
          <pc:sldMk cId="2160346665" sldId="289"/>
        </pc:sldMkLst>
        <pc:picChg chg="add mod">
          <ac:chgData name="Abhinav gupta" userId="3da83338649f83bf" providerId="LiveId" clId="{CE3DA53B-F825-4672-990C-836C74CEC990}" dt="2026-03-05T12:30:49.450" v="1860" actId="14100"/>
          <ac:picMkLst>
            <pc:docMk/>
            <pc:sldMk cId="2160346665" sldId="289"/>
            <ac:picMk id="3" creationId="{FAED63BC-86AA-772E-3552-9EFA7CB1F9AF}"/>
          </ac:picMkLst>
        </pc:picChg>
      </pc:sldChg>
      <pc:sldChg chg="new del">
        <pc:chgData name="Abhinav gupta" userId="3da83338649f83bf" providerId="LiveId" clId="{CE3DA53B-F825-4672-990C-836C74CEC990}" dt="2026-03-05T12:29:04.817" v="1856" actId="680"/>
        <pc:sldMkLst>
          <pc:docMk/>
          <pc:sldMk cId="4032097382" sldId="289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4DE249C-BAF4-4584-B5AB-0F65F0A296F4}" type="datetimeFigureOut">
              <a:rPr lang="en-IN" smtClean="0"/>
              <a:t>05-03-2026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7E6CA3-FD57-4577-8CB8-E517D35612B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4425407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B7E6CA3-FD57-4577-8CB8-E517D35612B9}" type="slidenum">
              <a:rPr lang="en-IN" smtClean="0"/>
              <a:t>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5776312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4242851"/>
            <a:ext cx="8968084" cy="275942"/>
          </a:xfrm>
          <a:prstGeom prst="rect">
            <a:avLst/>
          </a:prstGeom>
        </p:spPr>
      </p:pic>
      <p:pic>
        <p:nvPicPr>
          <p:cNvPr id="8" name="Picture 7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11716" y="4243845"/>
            <a:ext cx="3077108" cy="27694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 bwMode="ltGray">
          <a:xfrm>
            <a:off x="0" y="2590078"/>
            <a:ext cx="8968085" cy="1660332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10" name="Rectangle 9"/>
          <p:cNvSpPr/>
          <p:nvPr/>
        </p:nvSpPr>
        <p:spPr>
          <a:xfrm>
            <a:off x="9111715" y="2590078"/>
            <a:ext cx="3077109" cy="166033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0322" y="2733709"/>
            <a:ext cx="8144134" cy="1373070"/>
          </a:xfrm>
        </p:spPr>
        <p:txBody>
          <a:bodyPr anchor="b">
            <a:noAutofit/>
          </a:bodyPr>
          <a:lstStyle>
            <a:lvl1pPr algn="r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0322" y="4394039"/>
            <a:ext cx="8144134" cy="1117687"/>
          </a:xfrm>
        </p:spPr>
        <p:txBody>
          <a:bodyPr>
            <a:normAutofit/>
          </a:bodyPr>
          <a:lstStyle>
            <a:lvl1pPr marL="0" indent="0" algn="r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ABE3C1-DBE1-495D-B57B-2849774B866A}" type="datetimeFigureOut">
              <a:rPr lang="en-US" dirty="0"/>
              <a:t>3/5/2026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255346" y="2750337"/>
            <a:ext cx="1171888" cy="1356442"/>
          </a:xfr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16" name="Picture 15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7" name="Rectangle 16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18" name="Rectangle 17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DE42F4-6EEF-4EF7-8ED4-2208F0F89A08}" type="datetimeFigureOut">
              <a:rPr lang="en-US" dirty="0"/>
              <a:t>3/5/2026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4086907"/>
            <a:ext cx="10437812" cy="321164"/>
          </a:xfrm>
          <a:prstGeom prst="rect">
            <a:avLst/>
          </a:prstGeom>
        </p:spPr>
      </p:pic>
      <p:pic>
        <p:nvPicPr>
          <p:cNvPr id="8" name="Picture 7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4" y="4087901"/>
            <a:ext cx="1602997" cy="14427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 bwMode="ltGray">
          <a:xfrm>
            <a:off x="-2" y="2726267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10" name="Rectangle 9"/>
          <p:cNvSpPr/>
          <p:nvPr/>
        </p:nvSpPr>
        <p:spPr>
          <a:xfrm>
            <a:off x="10585825" y="2726267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22" y="2869895"/>
            <a:ext cx="9613860" cy="1090788"/>
          </a:xfrm>
        </p:spPr>
        <p:txBody>
          <a:bodyPr anchor="ctr">
            <a:normAutofit/>
          </a:bodyPr>
          <a:lstStyle>
            <a:lvl1pPr algn="r"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0322" y="4232171"/>
            <a:ext cx="9613860" cy="1704017"/>
          </a:xfrm>
        </p:spPr>
        <p:txBody>
          <a:bodyPr>
            <a:normAutofit/>
          </a:bodyPr>
          <a:lstStyle>
            <a:lvl1pPr marL="0" indent="0" algn="r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578ACC-22D6-47C1-A373-4FD133E34F3C}" type="datetimeFigureOut">
              <a:rPr lang="en-US" dirty="0"/>
              <a:t>3/5/2026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729455" y="2869895"/>
            <a:ext cx="1154151" cy="1090789"/>
          </a:xfr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11" name="Rectangle 10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0320" y="2336873"/>
            <a:ext cx="4698358" cy="359931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594123" y="2336873"/>
            <a:ext cx="4700058" cy="359931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5A6C69-6797-4E8A-BF37-F2C3751466E9}" type="datetimeFigureOut">
              <a:rPr lang="en-US" dirty="0"/>
              <a:t>3/5/2026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11" name="Picture 10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13" name="Rectangle 12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19" y="753229"/>
            <a:ext cx="9613863" cy="108093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06350" y="2336873"/>
            <a:ext cx="4472327" cy="693135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0322" y="3030008"/>
            <a:ext cx="4698355" cy="290617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820154" y="2336873"/>
            <a:ext cx="4474028" cy="69207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594123" y="3030008"/>
            <a:ext cx="4700059" cy="290617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2014A1-A632-4878-A0D3-F52BA7563730}" type="datetimeFigureOut">
              <a:rPr lang="en-US" dirty="0"/>
              <a:t>3/5/2026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7" name="Picture 6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9" name="Rectangle 8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99F462-093F-4566-844B-4C71F2739DA5}" type="datetimeFigureOut">
              <a:rPr lang="en-US" dirty="0"/>
              <a:t>3/5/2026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HD-ShadowShor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24A7AC-904D-4781-85BA-7D10C17ED021}" type="datetimeFigureOut">
              <a:rPr lang="en-US" dirty="0"/>
              <a:t>3/5/2026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11" name="Rectangle 10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21" y="753227"/>
            <a:ext cx="9613859" cy="1080940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85846" y="2336873"/>
            <a:ext cx="5608336" cy="359931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22" y="2336872"/>
            <a:ext cx="3790078" cy="3599317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31444B-B92B-4E27-8C94-BB93EAF5CB18}" type="datetimeFigureOut">
              <a:rPr lang="en-US" dirty="0"/>
              <a:t>3/5/2026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11" name="Rectangle 10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23" y="753228"/>
            <a:ext cx="9613857" cy="1080938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868333" y="2336874"/>
            <a:ext cx="5425849" cy="3599312"/>
          </a:xfrm>
          <a:noFill/>
          <a:ln>
            <a:noFill/>
          </a:ln>
          <a:effectLst>
            <a:outerShdw blurRad="76200" dist="63500" dir="5040000" algn="tl" rotWithShape="0">
              <a:srgbClr val="000000">
                <a:alpha val="41000"/>
              </a:srgb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23" y="2336873"/>
            <a:ext cx="3876256" cy="3599315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3EFA5E-FA76-400D-B3DC-F0BA90E6D107}" type="datetimeFigureOut">
              <a:rPr lang="en-US" dirty="0"/>
              <a:t>3/5/2026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5928628"/>
            <a:ext cx="10437812" cy="321164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5929622"/>
            <a:ext cx="1602997" cy="14427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ltGray">
          <a:xfrm>
            <a:off x="0" y="4567988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11" name="Rectangle 10"/>
          <p:cNvSpPr/>
          <p:nvPr/>
        </p:nvSpPr>
        <p:spPr>
          <a:xfrm>
            <a:off x="10585827" y="4567988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22" y="4711616"/>
            <a:ext cx="9613859" cy="453051"/>
          </a:xfrm>
        </p:spPr>
        <p:txBody>
          <a:bodyPr anchor="b">
            <a:normAutofit/>
          </a:bodyPr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80322" y="609597"/>
            <a:ext cx="9613859" cy="3589575"/>
          </a:xfrm>
          <a:noFill/>
          <a:ln>
            <a:noFill/>
          </a:ln>
          <a:effectLst>
            <a:outerShdw blurRad="76200" dist="63500" dir="5040000" algn="tl" rotWithShape="0">
              <a:srgbClr val="000000">
                <a:alpha val="41000"/>
              </a:srgb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19" y="5169583"/>
            <a:ext cx="9613862" cy="622971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6C117F-5CCF-4837-BE5F-2B92066CAFAF}" type="datetimeFigureOut">
              <a:rPr lang="en-US" dirty="0"/>
              <a:t>3/5/2026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729455" y="4711309"/>
            <a:ext cx="1154151" cy="1090789"/>
          </a:xfr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5928628"/>
            <a:ext cx="10437812" cy="321164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5929622"/>
            <a:ext cx="1602997" cy="14427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ltGray">
          <a:xfrm>
            <a:off x="0" y="4567988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11" name="Rectangle 10"/>
          <p:cNvSpPr/>
          <p:nvPr/>
        </p:nvSpPr>
        <p:spPr>
          <a:xfrm>
            <a:off x="10585827" y="4567988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22" y="609597"/>
            <a:ext cx="9613858" cy="3592750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22" y="4711615"/>
            <a:ext cx="9613859" cy="1090789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EB90BD-B6CE-46B7-997F-7313B992CCDC}" type="datetimeFigureOut">
              <a:rPr lang="en-US" dirty="0"/>
              <a:t>3/5/2026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729455" y="4711615"/>
            <a:ext cx="1154151" cy="1090789"/>
          </a:xfr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5928628"/>
            <a:ext cx="10437812" cy="321164"/>
          </a:xfrm>
          <a:prstGeom prst="rect">
            <a:avLst/>
          </a:prstGeom>
        </p:spPr>
      </p:pic>
      <p:pic>
        <p:nvPicPr>
          <p:cNvPr id="13" name="Picture 12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5929622"/>
            <a:ext cx="1602997" cy="14427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 bwMode="ltGray">
          <a:xfrm>
            <a:off x="0" y="4567988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15" name="Rectangle 14"/>
          <p:cNvSpPr/>
          <p:nvPr/>
        </p:nvSpPr>
        <p:spPr>
          <a:xfrm>
            <a:off x="10585827" y="4567988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27856" y="609598"/>
            <a:ext cx="8718877" cy="3036061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402288" y="3653379"/>
            <a:ext cx="8156579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22" y="4711615"/>
            <a:ext cx="9613859" cy="1090789"/>
          </a:xfrm>
        </p:spPr>
        <p:txBody>
          <a:bodyPr anchor="ctr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B9D11F-B188-461D-B23F-39381795C052}" type="datetimeFigureOut">
              <a:rPr lang="en-US" dirty="0"/>
              <a:t>3/5/2026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729455" y="4709925"/>
            <a:ext cx="1154151" cy="1090789"/>
          </a:xfr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sp>
        <p:nvSpPr>
          <p:cNvPr id="16" name="TextBox 15"/>
          <p:cNvSpPr txBox="1"/>
          <p:nvPr/>
        </p:nvSpPr>
        <p:spPr>
          <a:xfrm>
            <a:off x="583572" y="74811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72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62809" y="303352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72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5928628"/>
            <a:ext cx="10437812" cy="321164"/>
          </a:xfrm>
          <a:prstGeom prst="rect">
            <a:avLst/>
          </a:prstGeom>
        </p:spPr>
      </p:pic>
      <p:pic>
        <p:nvPicPr>
          <p:cNvPr id="10" name="Picture 9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5929622"/>
            <a:ext cx="1602997" cy="144270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 bwMode="ltGray">
          <a:xfrm>
            <a:off x="0" y="4567988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12" name="Rectangle 11"/>
          <p:cNvSpPr/>
          <p:nvPr/>
        </p:nvSpPr>
        <p:spPr>
          <a:xfrm>
            <a:off x="10585827" y="4567988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19" y="4711615"/>
            <a:ext cx="9613862" cy="58853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20" y="5300149"/>
            <a:ext cx="9613862" cy="502255"/>
          </a:xfrm>
        </p:spPr>
        <p:txBody>
          <a:bodyPr anchor="t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E6D8D9-55A2-4063-B0F3-121F44549695}" type="datetimeFigureOut">
              <a:rPr lang="en-US" dirty="0"/>
              <a:t>3/5/2026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729455" y="4709925"/>
            <a:ext cx="1154151" cy="1090789"/>
          </a:xfr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14" name="Picture 13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6" name="Rectangle 15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17" name="Rectangle 16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669222" y="753228"/>
            <a:ext cx="9624960" cy="108093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660946" y="2336873"/>
            <a:ext cx="3070034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680322" y="3022673"/>
            <a:ext cx="3049702" cy="291351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956025" y="2336873"/>
            <a:ext cx="306324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3945470" y="3022673"/>
            <a:ext cx="3063240" cy="291351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224156" y="2336873"/>
            <a:ext cx="30700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224156" y="3022673"/>
            <a:ext cx="3070025" cy="291351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B24536-994D-4021-A283-9F449C0DB509}" type="datetimeFigureOut">
              <a:rPr lang="en-US" dirty="0"/>
              <a:t>3/5/2026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16" name="Picture 15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7" name="Rectangle 16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18" name="Rectangle 17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680322" y="753228"/>
            <a:ext cx="9613860" cy="108093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680318" y="4297503"/>
            <a:ext cx="304970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80318" y="2336873"/>
            <a:ext cx="3049705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680318" y="4873765"/>
            <a:ext cx="3049705" cy="106242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945471" y="4297503"/>
            <a:ext cx="306324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945470" y="2336873"/>
            <a:ext cx="3063240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3944117" y="4873764"/>
            <a:ext cx="3067297" cy="106242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230678" y="4297503"/>
            <a:ext cx="306350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230677" y="2336873"/>
            <a:ext cx="3063505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230553" y="4873762"/>
            <a:ext cx="3067563" cy="106242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BBBB78-C96F-47B7-AB17-D852CA960AC9}" type="datetimeFigureOut">
              <a:rPr lang="en-US" dirty="0"/>
              <a:t>3/5/2026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8" name="Picture 7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10" name="Rectangle 9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A3F48C-C7C6-4055-9F49-3777875E72AE}" type="datetimeFigureOut">
              <a:rPr lang="en-US" dirty="0"/>
              <a:t>3/5/2026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 bwMode="ltGray">
          <a:xfrm rot="5400000">
            <a:off x="8116207" y="1869395"/>
            <a:ext cx="5106988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8" name="Rectangle 7"/>
          <p:cNvSpPr/>
          <p:nvPr/>
        </p:nvSpPr>
        <p:spPr>
          <a:xfrm rot="5400000">
            <a:off x="9868202" y="5372403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0129231" y="609597"/>
            <a:ext cx="1073802" cy="435376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0322" y="609597"/>
            <a:ext cx="8870004" cy="532658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807126" y="5936187"/>
            <a:ext cx="2743200" cy="365125"/>
          </a:xfrm>
        </p:spPr>
        <p:txBody>
          <a:bodyPr/>
          <a:lstStyle/>
          <a:p>
            <a:fld id="{6178E61D-D431-422C-9764-11DAFE33AB63}" type="datetimeFigureOut">
              <a:rPr lang="en-US" dirty="0"/>
              <a:t>3/5/2026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80321" y="5936188"/>
            <a:ext cx="6126805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097550" y="5398633"/>
            <a:ext cx="1154151" cy="1090789"/>
          </a:xfrm>
        </p:spPr>
        <p:txBody>
          <a:bodyPr anchor="t"/>
          <a:lstStyle>
            <a:lvl1pPr algn="ctr">
              <a:defRPr/>
            </a:lvl1pPr>
          </a:lstStyle>
          <a:p>
            <a:fld id="{6D22F896-40B5-4ADD-8801-0D06FADFA09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ashOverlay-FullResolve.png"/>
          <p:cNvPicPr>
            <a:picLocks noChangeAspect="1"/>
          </p:cNvPicPr>
          <p:nvPr/>
        </p:nvPicPr>
        <p:blipFill>
          <a:blip r:embed="rId19">
            <a:alphaModFix amt="1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0321" y="753228"/>
            <a:ext cx="9613861" cy="108093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0321" y="2336873"/>
            <a:ext cx="9613861" cy="359931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50981" y="5936187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D6E9DEC-419B-4CC5-A080-3B06BD5A8291}" type="datetimeFigureOut">
              <a:rPr lang="en-US" dirty="0"/>
              <a:t>3/5/2026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0321" y="5936188"/>
            <a:ext cx="687066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729455" y="753227"/>
            <a:ext cx="1154151" cy="109078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3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D22F896-40B5-4ADD-8801-0D06FADFA09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60" r:id="rId10"/>
    <p:sldLayoutId id="2147483661" r:id="rId11"/>
    <p:sldLayoutId id="2147483666" r:id="rId12"/>
    <p:sldLayoutId id="2147483663" r:id="rId13"/>
    <p:sldLayoutId id="2147483667" r:id="rId14"/>
    <p:sldLayoutId id="2147483668" r:id="rId15"/>
    <p:sldLayoutId id="2147483658" r:id="rId16"/>
    <p:sldLayoutId id="2147483659" r:id="rId17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ED724DAE-8403-C79F-6AB9-3596F4EF244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A Medallion Data Warehouse Implementation"</a:t>
            </a:r>
            <a:endParaRPr lang="en-IN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1534462B-7B48-E183-33CC-9E99B82A67A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/>
            <a:r>
              <a:rPr lang="en-US" dirty="0"/>
              <a:t> AMAZON            LOGISTICS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05280447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85EB11-C664-9F5C-74B0-F890846125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856595"/>
            <a:ext cx="9613861" cy="1080938"/>
          </a:xfrm>
        </p:spPr>
        <p:txBody>
          <a:bodyPr/>
          <a:lstStyle/>
          <a:p>
            <a:r>
              <a:rPr lang="en-IN" b="1" dirty="0"/>
              <a:t> PROJECT OVERVIEW :</a:t>
            </a:r>
            <a:br>
              <a:rPr lang="en-IN" b="1" dirty="0"/>
            </a:br>
            <a:endParaRPr lang="en-IN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0DE8E5F-9BA6-6623-7E57-4076D9525D70}"/>
              </a:ext>
            </a:extLst>
          </p:cNvPr>
          <p:cNvSpPr txBox="1"/>
          <p:nvPr/>
        </p:nvSpPr>
        <p:spPr>
          <a:xfrm>
            <a:off x="3511943" y="2848396"/>
            <a:ext cx="1624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IN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017108E-2C88-5DFB-8442-CF8E7E42147D}"/>
              </a:ext>
            </a:extLst>
          </p:cNvPr>
          <p:cNvSpPr txBox="1"/>
          <p:nvPr/>
        </p:nvSpPr>
        <p:spPr>
          <a:xfrm>
            <a:off x="2727297" y="2479064"/>
            <a:ext cx="7863840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This project focuses on the architectural design and implementation of a centralized Data Warehouse. The goal was to address fragmented data by integrating 13+ critical logistics domains—ranging from fuel consumption and maintenance to driver safety—into a single, high-performance analytical environment.</a:t>
            </a:r>
            <a:endParaRPr lang="en-IN" sz="2800" dirty="0"/>
          </a:p>
        </p:txBody>
      </p:sp>
    </p:spTree>
    <p:extLst>
      <p:ext uri="{BB962C8B-B14F-4D97-AF65-F5344CB8AC3E}">
        <p14:creationId xmlns:p14="http://schemas.microsoft.com/office/powerpoint/2010/main" val="143459288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40CE77-15CB-C4AD-1B5A-E22C3213A1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KEY OBJECTIVES :</a:t>
            </a:r>
            <a:br>
              <a:rPr lang="en-IN" b="1" dirty="0"/>
            </a:br>
            <a:endParaRPr lang="en-IN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D2CB7AF-5393-CA63-858D-FDEB84938451}"/>
              </a:ext>
            </a:extLst>
          </p:cNvPr>
          <p:cNvSpPr txBox="1"/>
          <p:nvPr/>
        </p:nvSpPr>
        <p:spPr>
          <a:xfrm>
            <a:off x="2210462" y="2784944"/>
            <a:ext cx="82455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</a:t>
            </a:r>
            <a:endParaRPr lang="en-IN" dirty="0"/>
          </a:p>
        </p:txBody>
      </p:sp>
      <p:sp>
        <p:nvSpPr>
          <p:cNvPr id="18" name="Rectangle 8">
            <a:extLst>
              <a:ext uri="{FF2B5EF4-FFF2-40B4-BE49-F238E27FC236}">
                <a16:creationId xmlns:a16="http://schemas.microsoft.com/office/drawing/2014/main" id="{87574325-314C-89FB-EF88-6C6ADD61AEF7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Centralization:</a:t>
            </a: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Consolidate data from external sources (Kaggle) and internal project folders.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9" name="Rectangle 9">
            <a:extLst>
              <a:ext uri="{FF2B5EF4-FFF2-40B4-BE49-F238E27FC236}">
                <a16:creationId xmlns:a16="http://schemas.microsoft.com/office/drawing/2014/main" id="{A12159E4-FD97-16CD-CE0A-133154AF883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7888" y="2264227"/>
            <a:ext cx="9805890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Centralisation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Consolidate data from external sources (Kaggle) and internal project folders.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1" name="Rectangle 10">
            <a:extLst>
              <a:ext uri="{FF2B5EF4-FFF2-40B4-BE49-F238E27FC236}">
                <a16:creationId xmlns:a16="http://schemas.microsoft.com/office/drawing/2014/main" id="{D74393EE-C43C-CF70-021F-5DB467602B5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0716" y="2486550"/>
            <a:ext cx="12279663" cy="23083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Data Integrity: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Establish a clear lineage from raw ingestion to business-ready reporting.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Scalability: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Implement a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Medallion Architecture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(Bronze, Silver, Gold) to allow for future data growth.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Actionable Intelligence: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Provide tailored access for Executives (Power BI),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Operations (Excel), and Analysts (SQL).</a:t>
            </a:r>
          </a:p>
        </p:txBody>
      </p:sp>
    </p:spTree>
    <p:extLst>
      <p:ext uri="{BB962C8B-B14F-4D97-AF65-F5344CB8AC3E}">
        <p14:creationId xmlns:p14="http://schemas.microsoft.com/office/powerpoint/2010/main" val="164051096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29DAB8-0DBE-0EDF-E84F-A51EF0FBF5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TECHNICAL STACK &amp; TOOLS: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84FDD0E-5B02-BA37-A3EA-FD08A92AF802}"/>
              </a:ext>
            </a:extLst>
          </p:cNvPr>
          <p:cNvSpPr txBox="1"/>
          <p:nvPr/>
        </p:nvSpPr>
        <p:spPr>
          <a:xfrm>
            <a:off x="477078" y="2549849"/>
            <a:ext cx="8664934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IN" sz="2800" b="1" dirty="0"/>
              <a:t>Architecture:</a:t>
            </a:r>
            <a:r>
              <a:rPr lang="en-IN" sz="2800" dirty="0"/>
              <a:t> Medallion (3-Layer) Framework.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800" b="1" dirty="0"/>
              <a:t> Modelling:</a:t>
            </a:r>
            <a:r>
              <a:rPr lang="en-IN" sz="2800" dirty="0"/>
              <a:t> Star Schema, Normalisation, Aggregated      Tables.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800" b="1" dirty="0"/>
              <a:t>ETL Strategy:</a:t>
            </a:r>
            <a:r>
              <a:rPr lang="en-IN" sz="2800" dirty="0"/>
              <a:t> Full Load (Truncate &amp; Insert) &amp; Automated Refinement.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800" b="1" dirty="0"/>
              <a:t>Reporting:</a:t>
            </a:r>
            <a:r>
              <a:rPr lang="en-IN" sz="2800" dirty="0"/>
              <a:t> Power BI Embedded, Excel Dashboards.</a:t>
            </a:r>
          </a:p>
        </p:txBody>
      </p:sp>
    </p:spTree>
    <p:extLst>
      <p:ext uri="{BB962C8B-B14F-4D97-AF65-F5344CB8AC3E}">
        <p14:creationId xmlns:p14="http://schemas.microsoft.com/office/powerpoint/2010/main" val="200498170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9CEF2B-7550-3EE6-A847-EE5140F49FC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87341" y="2852979"/>
            <a:ext cx="8144134" cy="1373070"/>
          </a:xfrm>
        </p:spPr>
        <p:txBody>
          <a:bodyPr/>
          <a:lstStyle/>
          <a:p>
            <a:r>
              <a:rPr lang="en-IN" dirty="0"/>
              <a:t>High-Level Medallion Architecture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B7DC4CB-FFC5-F3E6-6E86-D17697FC123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Streamlining Amazon Logistics Data Transformation Layers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86766423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33218441-D919-A029-BCC5-B0AFD5711DC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779006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F7298FF9-09DF-2551-01DD-8FAC7F818B6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036582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E24398B-8D9D-C65D-196E-1C2902FB76DB}"/>
              </a:ext>
            </a:extLst>
          </p:cNvPr>
          <p:cNvSpPr txBox="1"/>
          <p:nvPr/>
        </p:nvSpPr>
        <p:spPr>
          <a:xfrm>
            <a:off x="224624" y="300362"/>
            <a:ext cx="6494227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600" dirty="0"/>
              <a:t>BRONZE LAYER: The Landing Zone (Raw Data)</a:t>
            </a:r>
            <a:endParaRPr lang="en-IN" sz="3600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62156A00-E5BF-21D1-459D-500FD76183C5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4624" y="2191481"/>
            <a:ext cx="12127264" cy="310854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Process: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Ingesting raw Amazon Logistics files via </a:t>
            </a: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Full Load (Truncate &amp; Insert)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Data Sources: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CSV/Excel files including 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8"/>
              </a:rPr>
              <a:t>DELIVERY_EVENTS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, 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8"/>
              </a:rPr>
              <a:t>TRUCK_UTILIZATION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, and 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8"/>
              </a:rPr>
              <a:t>FUEL_PURCHASES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.</a:t>
            </a: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Key Logic: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No transformations;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1:1 copy of source data to ensure a permanent historical record and easy reprocessing.</a:t>
            </a:r>
          </a:p>
        </p:txBody>
      </p:sp>
    </p:spTree>
    <p:extLst>
      <p:ext uri="{BB962C8B-B14F-4D97-AF65-F5344CB8AC3E}">
        <p14:creationId xmlns:p14="http://schemas.microsoft.com/office/powerpoint/2010/main" val="266413481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B6A23815-468F-9E58-1E43-4240AC124FFC}"/>
              </a:ext>
            </a:extLst>
          </p:cNvPr>
          <p:cNvSpPr txBox="1"/>
          <p:nvPr/>
        </p:nvSpPr>
        <p:spPr>
          <a:xfrm>
            <a:off x="216674" y="400403"/>
            <a:ext cx="6094674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dirty="0"/>
              <a:t>SILVER LAYER: The Refinement Zone (Cleaned &amp; </a:t>
            </a:r>
            <a:r>
              <a:rPr lang="en-US" sz="3200" dirty="0" err="1"/>
              <a:t>Standardisation</a:t>
            </a:r>
            <a:r>
              <a:rPr lang="en-US" sz="3200" dirty="0"/>
              <a:t>)</a:t>
            </a:r>
            <a:endParaRPr lang="en-IN" sz="3200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CB2ED24E-1698-F439-500C-9A72D68B0B7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5469" y="2130161"/>
            <a:ext cx="12231757" cy="35394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Process: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Applying schema enforcement and data quality rules.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Actions: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* </a:t>
            </a: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Data Cleansing: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Handling missing delivery timestamps or null values.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Standardisation</a:t>
            </a: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Converting currencies and distance units (Miles vs. </a:t>
            </a:r>
            <a:r>
              <a:rPr kumimoji="0" lang="en-US" altLang="en-US" sz="2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Kilometres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Normalisation</a:t>
            </a: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Organising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driver, trailer, and route data into relational formats.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Goal: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Creating a "Single Source of Truth" for all logistics operations.</a:t>
            </a:r>
          </a:p>
        </p:txBody>
      </p:sp>
    </p:spTree>
    <p:extLst>
      <p:ext uri="{BB962C8B-B14F-4D97-AF65-F5344CB8AC3E}">
        <p14:creationId xmlns:p14="http://schemas.microsoft.com/office/powerpoint/2010/main" val="302548777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671821C-F136-198B-C33D-E39C36F32291}"/>
              </a:ext>
            </a:extLst>
          </p:cNvPr>
          <p:cNvSpPr txBox="1"/>
          <p:nvPr/>
        </p:nvSpPr>
        <p:spPr>
          <a:xfrm>
            <a:off x="315589" y="550257"/>
            <a:ext cx="9653797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600" dirty="0"/>
              <a:t>GOLD LAYER: The Analytical Zone (Business Ready)</a:t>
            </a:r>
            <a:endParaRPr lang="en-IN" sz="3600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D61C8A96-57F3-F9BA-5722-8E891500FB6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9933" y="1926141"/>
            <a:ext cx="12289105" cy="452431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Process:</a:t>
            </a: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Implementing advanced data modelling for end-user performance.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Modelling:</a:t>
            </a: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3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Star Schema</a:t>
            </a: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design with </a:t>
            </a:r>
            <a:r>
              <a:rPr kumimoji="0" lang="en-US" altLang="en-US" sz="3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centralised</a:t>
            </a: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Fact tables (e.g., </a:t>
            </a: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8"/>
              </a:rPr>
              <a:t>FACT_DELIVERIES</a:t>
            </a: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) and descriptive Dimension tables.</a:t>
            </a:r>
            <a:endParaRPr kumimoji="0" lang="en-US" altLang="en-US" sz="3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Aggregations:</a:t>
            </a: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Pre-calculated KPIs like </a:t>
            </a:r>
            <a:r>
              <a:rPr kumimoji="0" lang="en-US" altLang="en-US" sz="3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Average Cost per Delivery</a:t>
            </a: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Driver Safety Score</a:t>
            </a: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and </a:t>
            </a:r>
            <a:r>
              <a:rPr kumimoji="0" lang="en-US" altLang="en-US" sz="3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Idle Time Ratios</a:t>
            </a: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Goal:</a:t>
            </a: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Powering high-speed queries for Power BI and SQL analysts.</a:t>
            </a:r>
          </a:p>
        </p:txBody>
      </p:sp>
    </p:spTree>
    <p:extLst>
      <p:ext uri="{BB962C8B-B14F-4D97-AF65-F5344CB8AC3E}">
        <p14:creationId xmlns:p14="http://schemas.microsoft.com/office/powerpoint/2010/main" val="394056060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6EC3F4-D90A-89F3-26D2-9807E082848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 dirty="0"/>
              <a:t>Data Scope &amp; Domains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D8409D5-3689-C237-5AB4-DA7418F6FCD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Centralising 13+ Strategic Business Entities for End-to-End Visibility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40715249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D06F1C-3AFB-D007-57DA-03C8FB4197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Fleet &amp; Asset Management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23C5B22E-3549-5E0D-951C-7E484913FF26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78051" y="2199052"/>
            <a:ext cx="11017760" cy="403187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8"/>
              </a:rPr>
              <a:t>TRUCKS</a:t>
            </a:r>
            <a:r>
              <a:rPr kumimoji="0" lang="en-US" altLang="en-US" sz="3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&amp; </a:t>
            </a:r>
            <a:r>
              <a:rPr kumimoji="0" lang="en-US" altLang="en-US" sz="3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8"/>
              </a:rPr>
              <a:t>TRAILERS</a:t>
            </a: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Core master data for Amazon's physical delivery assets</a:t>
            </a: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8"/>
              </a:rPr>
              <a:t> MAINTENANCE_RECORDS</a:t>
            </a: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: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Service history and repair logs to monitor vehicle health</a:t>
            </a: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lang="en-US" altLang="en-US" sz="3200" b="1" dirty="0">
                <a:latin typeface="Arial Unicode MS" panose="020B0604020202020204" pitchFamily="34" charset="-128"/>
              </a:rPr>
              <a:t>  </a:t>
            </a:r>
            <a:r>
              <a:rPr kumimoji="0" lang="en-US" altLang="en-US" sz="3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8"/>
              </a:rPr>
              <a:t>FUEL_PURCHASES</a:t>
            </a: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: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Tracking energy consumption and operational costs</a:t>
            </a: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8"/>
              </a:rPr>
              <a:t> TRUK_UTILIZATION_MATRICS</a:t>
            </a: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n-US" altLang="en-US" sz="3200" dirty="0"/>
              <a:t> </a:t>
            </a: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Load factors and efficiency KPIs for every vehicle</a:t>
            </a: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410749761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9EBA85-5979-DFB6-B8ED-357FD2520F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Delivery &amp; Routing Operations</a:t>
            </a: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7DAABD17-B226-0530-A3C5-4D9EA3F1C87C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71251" y="2074592"/>
            <a:ext cx="11537197" cy="300082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DELIVERY_EVENTS</a:t>
            </a: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: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Granular tracking of all package lifecycle milestones.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ROUTS &amp; TRIPS</a:t>
            </a: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Detailed mapping of delivery journeys and last-mile optimisation.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LOADS</a:t>
            </a: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: Management of freight and cargo data across the network.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FACILITIES</a:t>
            </a: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: Warehouse and sorting </a:t>
            </a:r>
            <a:r>
              <a:rPr kumimoji="0" lang="en-US" altLang="en-US" sz="3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centre</a:t>
            </a: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location metadata.</a:t>
            </a:r>
            <a:endParaRPr kumimoji="0" lang="en-US" altLang="en-US" sz="3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3437867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60C439-0DEC-9D4F-376E-FDE1DB8B29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Human Capital &amp; Compliance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762B8362-AD6D-453D-E1D7-66952B0E18F8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68000" y="1971759"/>
            <a:ext cx="11779187" cy="50783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8"/>
              </a:rPr>
              <a:t>DRIVERS</a:t>
            </a: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: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Master records for all personnel and delivery partners</a:t>
            </a: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8"/>
              </a:rPr>
              <a:t>DRIVER_MONTHLY_METRICS</a:t>
            </a: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: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Aggregated performance scoring and efficiency KPIs</a:t>
            </a: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8"/>
              </a:rPr>
              <a:t>SAFETY_INCIDENTS</a:t>
            </a: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: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Critical logs for risk management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and safety compliance monitoring</a:t>
            </a: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8"/>
              </a:rPr>
              <a:t>CUSTOMER_TXT</a:t>
            </a: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: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Delivery destination data and customer service requirements</a:t>
            </a: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8684664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F2902E-389D-0CEE-7340-D3C4A7366F8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 dirty="0"/>
              <a:t>INTEGRATION MODEL</a:t>
            </a:r>
          </a:p>
        </p:txBody>
      </p:sp>
    </p:spTree>
    <p:extLst>
      <p:ext uri="{BB962C8B-B14F-4D97-AF65-F5344CB8AC3E}">
        <p14:creationId xmlns:p14="http://schemas.microsoft.com/office/powerpoint/2010/main" val="138700462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BA8C430-97A3-7E4E-DD39-4FD1B930AD0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469556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2F395C-8DDF-4ECE-ADF2-539B8093C1C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2444315"/>
            <a:ext cx="8442794" cy="2508567"/>
          </a:xfrm>
        </p:spPr>
        <p:txBody>
          <a:bodyPr/>
          <a:lstStyle/>
          <a:p>
            <a:r>
              <a:rPr lang="en-IN" b="1" dirty="0"/>
              <a:t>ENTITY RELATIONSHIP BLUEPRINT</a:t>
            </a:r>
            <a:br>
              <a:rPr lang="en-IN" b="1" dirty="0"/>
            </a:b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92105791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338919D-DAA9-48B4-0B35-92F7979221F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0"/>
            <a:ext cx="1228476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474983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7DBA21B-0C45-DBE1-464E-A618E51749F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63610" y="0"/>
            <a:ext cx="1225560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1855334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82B359-166A-19EE-0428-728926C2DC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Data Modelling Strategy</a:t>
            </a:r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B35F95F3-605B-97CC-E142-F6D0C9B74AB2}"/>
              </a:ext>
            </a:extLst>
          </p:cNvPr>
          <p:cNvSpPr>
            <a:spLocks noChangeArrowheads="1"/>
          </p:cNvSpPr>
          <p:nvPr/>
        </p:nvSpPr>
        <p:spPr bwMode="auto">
          <a:xfrm>
            <a:off x="-110218" y="2329080"/>
            <a:ext cx="12412436" cy="34163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Star Schema Implementation: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Designed a central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Fact Table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(e.g., 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8"/>
              </a:rPr>
              <a:t>FACT_LOGISTICS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) connected to descriptive  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US" altLang="en-US" sz="2400" dirty="0">
                <a:latin typeface="Arial" panose="020B0604020202020204" pitchFamily="34" charset="0"/>
              </a:rPr>
              <a:t> 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Dimension Tables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(Drivers, Trucks, Facilities).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Normalisation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to Aggregation: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Converted the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normalisation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Silver data into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US" altLang="en-US" sz="2400" dirty="0">
                <a:latin typeface="Arial" panose="020B0604020202020204" pitchFamily="34" charset="0"/>
              </a:rPr>
              <a:t>  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"Flat Tables" to reduce join complexity for Power BI users.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Data Integration: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Successfully merged disparate records (e.g., joining 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8"/>
              </a:rPr>
              <a:t>FUEL_PURCHASES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with 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8"/>
              </a:rPr>
              <a:t>TRIPS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via 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  Vehicle ID) to calculate true operational costs.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6307668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958A0F-8F19-A856-DECD-F7A8DD99C8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Key SQL Aggregations &amp; Metrics</a:t>
            </a:r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CD4A7D92-8042-FC21-9A7E-91FF62CA7E2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3286" y="2151761"/>
            <a:ext cx="13321357" cy="403187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Fleet Efficiency:</a:t>
            </a: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3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Pre-calculated </a:t>
            </a:r>
            <a:r>
              <a:rPr kumimoji="0" lang="en-US" altLang="en-US" sz="3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8"/>
              </a:rPr>
              <a:t>Truck_Utilization_Rate</a:t>
            </a: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(Load Volume / Capacity)</a:t>
            </a:r>
            <a:endParaRPr kumimoji="0" lang="en-US" altLang="en-US" sz="3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Cost Analysis:</a:t>
            </a: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3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8"/>
              </a:rPr>
              <a:t>Cost_per_Mile</a:t>
            </a: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metrics by aggregating Fuel and </a:t>
            </a:r>
            <a:r>
              <a:rPr lang="en-US" altLang="en-US" sz="3200" dirty="0"/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  Maintenance spend.</a:t>
            </a:r>
            <a:endParaRPr kumimoji="0" lang="en-US" altLang="en-US" sz="3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Safety Scoring:</a:t>
            </a: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Weighted </a:t>
            </a:r>
            <a:r>
              <a:rPr kumimoji="0" lang="en-US" altLang="en-US" sz="3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8"/>
              </a:rPr>
              <a:t>Safety_Incident_Ratio</a:t>
            </a: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based on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total miles driven per driver.</a:t>
            </a:r>
            <a:endParaRPr kumimoji="0" lang="en-US" altLang="en-US" sz="3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8191693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56EA9F-1911-3CD2-3F80-5913B820154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/>
            <a:r>
              <a:rPr lang="en-IN" dirty="0"/>
              <a:t>INSIGHTS</a:t>
            </a:r>
          </a:p>
        </p:txBody>
      </p:sp>
    </p:spTree>
    <p:extLst>
      <p:ext uri="{BB962C8B-B14F-4D97-AF65-F5344CB8AC3E}">
        <p14:creationId xmlns:p14="http://schemas.microsoft.com/office/powerpoint/2010/main" val="212390489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41F8F81-7DAC-ABB4-622B-F08EA1C6E81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364822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B31C1CC5-9C18-EF8C-14BE-AF9268E0E68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6037374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F9A9430-AD25-E594-7955-255582FE6A4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657417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3C136154-EF44-721F-E915-DB57A4D6AFE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75662073"/>
              </p:ext>
            </p:extLst>
          </p:nvPr>
        </p:nvGraphicFramePr>
        <p:xfrm>
          <a:off x="1168842" y="3429000"/>
          <a:ext cx="8649252" cy="26823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83084">
                  <a:extLst>
                    <a:ext uri="{9D8B030D-6E8A-4147-A177-3AD203B41FA5}">
                      <a16:colId xmlns:a16="http://schemas.microsoft.com/office/drawing/2014/main" val="988589878"/>
                    </a:ext>
                  </a:extLst>
                </a:gridCol>
                <a:gridCol w="2883084">
                  <a:extLst>
                    <a:ext uri="{9D8B030D-6E8A-4147-A177-3AD203B41FA5}">
                      <a16:colId xmlns:a16="http://schemas.microsoft.com/office/drawing/2014/main" val="1218915647"/>
                    </a:ext>
                  </a:extLst>
                </a:gridCol>
                <a:gridCol w="2883084">
                  <a:extLst>
                    <a:ext uri="{9D8B030D-6E8A-4147-A177-3AD203B41FA5}">
                      <a16:colId xmlns:a16="http://schemas.microsoft.com/office/drawing/2014/main" val="3442207064"/>
                    </a:ext>
                  </a:extLst>
                </a:gridCol>
              </a:tblGrid>
              <a:tr h="447052">
                <a:tc>
                  <a:txBody>
                    <a:bodyPr/>
                    <a:lstStyle/>
                    <a:p>
                      <a:r>
                        <a:rPr lang="en-IN" dirty="0"/>
                        <a:t>LOCATION CITY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EVENT TYPE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TOTAL REVENUE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45149572"/>
                  </a:ext>
                </a:extLst>
              </a:tr>
              <a:tr h="447052">
                <a:tc>
                  <a:txBody>
                    <a:bodyPr/>
                    <a:lstStyle/>
                    <a:p>
                      <a:r>
                        <a:rPr lang="en-IN" dirty="0"/>
                        <a:t>LOS ANGELES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DELIVERY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23766902336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59326075"/>
                  </a:ext>
                </a:extLst>
              </a:tr>
              <a:tr h="447052">
                <a:tc>
                  <a:txBody>
                    <a:bodyPr/>
                    <a:lstStyle/>
                    <a:p>
                      <a:r>
                        <a:rPr lang="en-IN" dirty="0"/>
                        <a:t>KANSAS CITY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PICKUP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23301021065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44113267"/>
                  </a:ext>
                </a:extLst>
              </a:tr>
              <a:tr h="447052">
                <a:tc>
                  <a:txBody>
                    <a:bodyPr/>
                    <a:lstStyle/>
                    <a:p>
                      <a:r>
                        <a:rPr lang="en-IN" dirty="0"/>
                        <a:t>COLUMBUS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PICKUP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20288388924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29315091"/>
                  </a:ext>
                </a:extLst>
              </a:tr>
              <a:tr h="447052">
                <a:tc>
                  <a:txBody>
                    <a:bodyPr/>
                    <a:lstStyle/>
                    <a:p>
                      <a:r>
                        <a:rPr lang="en-IN" dirty="0"/>
                        <a:t>PORTLAND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DELIVERY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19617745705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8975787"/>
                  </a:ext>
                </a:extLst>
              </a:tr>
              <a:tr h="447052">
                <a:tc>
                  <a:txBody>
                    <a:bodyPr/>
                    <a:lstStyle/>
                    <a:p>
                      <a:r>
                        <a:rPr lang="en-IN" dirty="0"/>
                        <a:t>SEATTLE	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DELIVERY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19475227025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26951108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0975F4FE-223A-C740-395F-811E183498E9}"/>
              </a:ext>
            </a:extLst>
          </p:cNvPr>
          <p:cNvSpPr txBox="1"/>
          <p:nvPr/>
        </p:nvSpPr>
        <p:spPr>
          <a:xfrm>
            <a:off x="123244" y="210710"/>
            <a:ext cx="163399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solidFill>
                  <a:srgbClr val="FFFF00"/>
                </a:solidFill>
              </a:rPr>
              <a:t>INSIGHTS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D2D04EF-3723-776D-BD94-0BF9305DD665}"/>
              </a:ext>
            </a:extLst>
          </p:cNvPr>
          <p:cNvSpPr txBox="1"/>
          <p:nvPr/>
        </p:nvSpPr>
        <p:spPr>
          <a:xfrm>
            <a:off x="1168842" y="893341"/>
            <a:ext cx="754578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Returns the top 5 delivery events by location city according to total annual_revenue_potential from the customer table</a:t>
            </a:r>
          </a:p>
          <a:p>
            <a:endParaRPr lang="en-IN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22310C4-61A1-7086-BF93-6EF790EFB5C5}"/>
              </a:ext>
            </a:extLst>
          </p:cNvPr>
          <p:cNvSpPr txBox="1"/>
          <p:nvPr/>
        </p:nvSpPr>
        <p:spPr>
          <a:xfrm>
            <a:off x="1502797" y="2035145"/>
            <a:ext cx="671090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 WE USE LEFT JOIN. WITH THE HELP OF IT WE JOIN: LOAD &amp; CUSTOMER TABLE</a:t>
            </a:r>
          </a:p>
        </p:txBody>
      </p:sp>
    </p:spTree>
    <p:extLst>
      <p:ext uri="{BB962C8B-B14F-4D97-AF65-F5344CB8AC3E}">
        <p14:creationId xmlns:p14="http://schemas.microsoft.com/office/powerpoint/2010/main" val="36867168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4C63F43D-E45F-A2C2-BD08-7CC2CB224F07}"/>
              </a:ext>
            </a:extLst>
          </p:cNvPr>
          <p:cNvSpPr txBox="1"/>
          <p:nvPr/>
        </p:nvSpPr>
        <p:spPr>
          <a:xfrm>
            <a:off x="119270" y="182880"/>
            <a:ext cx="266368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INSIGHTS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B68707A-1740-CC5F-5625-BBFA0FF0B6FC}"/>
              </a:ext>
            </a:extLst>
          </p:cNvPr>
          <p:cNvSpPr txBox="1"/>
          <p:nvPr/>
        </p:nvSpPr>
        <p:spPr>
          <a:xfrm>
            <a:off x="852778" y="1082930"/>
            <a:ext cx="9277184" cy="2975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500"/>
              </a:lnSpc>
              <a:buNone/>
            </a:pPr>
            <a:r>
              <a:rPr lang="en-US" b="0" dirty="0">
                <a:solidFill>
                  <a:srgbClr val="008000"/>
                </a:solidFill>
                <a:effectLst/>
                <a:highlight>
                  <a:srgbClr val="FFFF00"/>
                </a:highlight>
                <a:latin typeface="Menlo"/>
              </a:rPr>
              <a:t>Returns </a:t>
            </a:r>
            <a:r>
              <a:rPr lang="en-US" b="0" dirty="0">
                <a:solidFill>
                  <a:srgbClr val="FFFF00"/>
                </a:solidFill>
                <a:effectLst/>
                <a:highlight>
                  <a:srgbClr val="FFFF00"/>
                </a:highlight>
                <a:latin typeface="Menlo"/>
              </a:rPr>
              <a:t>the</a:t>
            </a:r>
            <a:r>
              <a:rPr lang="en-US" b="0" dirty="0">
                <a:solidFill>
                  <a:srgbClr val="008000"/>
                </a:solidFill>
                <a:effectLst/>
                <a:highlight>
                  <a:srgbClr val="FFFF00"/>
                </a:highlight>
                <a:latin typeface="Menlo"/>
              </a:rPr>
              <a:t> top 5 Customer Complaints and vehicle_damage_cost with description </a:t>
            </a:r>
            <a:r>
              <a:rPr lang="en-US" dirty="0">
                <a:solidFill>
                  <a:srgbClr val="008000"/>
                </a:solidFill>
                <a:highlight>
                  <a:srgbClr val="FFFF00"/>
                </a:highlight>
                <a:latin typeface="Menlo"/>
              </a:rPr>
              <a:t>by </a:t>
            </a:r>
            <a:r>
              <a:rPr lang="en-US" b="0" dirty="0">
                <a:solidFill>
                  <a:srgbClr val="008000"/>
                </a:solidFill>
                <a:effectLst/>
                <a:highlight>
                  <a:srgbClr val="FFFF00"/>
                </a:highlight>
                <a:latin typeface="Menlo"/>
              </a:rPr>
              <a:t>using  CTE    </a:t>
            </a:r>
            <a:endParaRPr lang="en-US" b="0" dirty="0">
              <a:solidFill>
                <a:srgbClr val="3B3B3B"/>
              </a:solidFill>
              <a:effectLst/>
              <a:highlight>
                <a:srgbClr val="FFFF00"/>
              </a:highlight>
              <a:latin typeface="Menlo"/>
            </a:endParaRPr>
          </a:p>
        </p:txBody>
      </p:sp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1412ED19-05DA-950C-D12D-65F88D774B4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30643768"/>
              </p:ext>
            </p:extLst>
          </p:nvPr>
        </p:nvGraphicFramePr>
        <p:xfrm>
          <a:off x="1165308" y="2127046"/>
          <a:ext cx="8127999" cy="3571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09333">
                  <a:extLst>
                    <a:ext uri="{9D8B030D-6E8A-4147-A177-3AD203B41FA5}">
                      <a16:colId xmlns:a16="http://schemas.microsoft.com/office/drawing/2014/main" val="1909997271"/>
                    </a:ext>
                  </a:extLst>
                </a:gridCol>
                <a:gridCol w="2709333">
                  <a:extLst>
                    <a:ext uri="{9D8B030D-6E8A-4147-A177-3AD203B41FA5}">
                      <a16:colId xmlns:a16="http://schemas.microsoft.com/office/drawing/2014/main" val="1108114958"/>
                    </a:ext>
                  </a:extLst>
                </a:gridCol>
                <a:gridCol w="2709333">
                  <a:extLst>
                    <a:ext uri="{9D8B030D-6E8A-4147-A177-3AD203B41FA5}">
                      <a16:colId xmlns:a16="http://schemas.microsoft.com/office/drawing/2014/main" val="352267786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IN" dirty="0"/>
                        <a:t>INCIDENT TYPE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VEHICLE DAMAGE COST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DESCRIPTION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1019749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dirty="0"/>
                        <a:t>Customer Complaint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24302.3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Minor Incident Involving Traffic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6272123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dirty="0"/>
                        <a:t>Customer Complaint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24239.7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Minor Incident Involving Weather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2342183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dirty="0"/>
                        <a:t>Customer Complaint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24060.7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Moderate Incident Involving Weather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4765308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dirty="0"/>
                        <a:t>Customer Complaint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22667.7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Severe Incident Involving Traffic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621821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dirty="0"/>
                        <a:t>Customer Complaint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22283.2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Moderate Incident Involving Traffic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9882140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0681736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06E9C3-0FEF-1E73-06AE-60912401B4A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 dirty="0"/>
              <a:t>Actionable Insights</a:t>
            </a:r>
          </a:p>
        </p:txBody>
      </p:sp>
    </p:spTree>
    <p:extLst>
      <p:ext uri="{BB962C8B-B14F-4D97-AF65-F5344CB8AC3E}">
        <p14:creationId xmlns:p14="http://schemas.microsoft.com/office/powerpoint/2010/main" val="313001964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A76E35-A169-5553-C1C2-3EDFC7B67D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IDENTIFIED RESOURCE IMBALANCE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19EEEE0-0A9A-376F-82B7-3BD97EC6CFFD}"/>
              </a:ext>
            </a:extLst>
          </p:cNvPr>
          <p:cNvSpPr txBox="1"/>
          <p:nvPr/>
        </p:nvSpPr>
        <p:spPr>
          <a:xfrm>
            <a:off x="266853" y="2226365"/>
            <a:ext cx="909629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DISCOVERED THAT THE LOS ANELES WAREHOUSE UTILISED 106 DOCK DOORS FOR DRY VAN LOADS TO GENERATE APPROXIMATELY 4.9BILLION REVENUE. IN CONTRAST THE KANSAS CITY HUB GENERATED A NEARLY IDENTICAL 4.7 BILLION IN REVENUE USING ONLY 33 DOCK DOORS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5B6570F-7A7C-2085-A073-E08065E0AB84}"/>
              </a:ext>
            </a:extLst>
          </p:cNvPr>
          <p:cNvSpPr txBox="1"/>
          <p:nvPr/>
        </p:nvSpPr>
        <p:spPr>
          <a:xfrm>
            <a:off x="266853" y="3634227"/>
            <a:ext cx="93268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BUSINESS RECOMMENDATION :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308226C-0F14-A372-AE50-E18A139CF7E2}"/>
              </a:ext>
            </a:extLst>
          </p:cNvPr>
          <p:cNvSpPr txBox="1"/>
          <p:nvPr/>
        </p:nvSpPr>
        <p:spPr>
          <a:xfrm>
            <a:off x="2936682" y="4211092"/>
            <a:ext cx="925531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SUGGESTED A STRATEGIC SHIFT OF 20-25 FACILITY DOCK DOORS FROM UNDERPERFORMING LOCATIONS TO HIGH-EFFICIENCY HUBS TO BALANCE CAPACITY AND REDUCE OVERHEAD COSTS</a:t>
            </a:r>
          </a:p>
        </p:txBody>
      </p:sp>
    </p:spTree>
    <p:extLst>
      <p:ext uri="{BB962C8B-B14F-4D97-AF65-F5344CB8AC3E}">
        <p14:creationId xmlns:p14="http://schemas.microsoft.com/office/powerpoint/2010/main" val="2551039464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2DF03D-C6C0-822D-DCE0-B5DBD7874F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HIGH-VALUE CUSTOMER TARGETS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0421BA8-EBCE-240B-356F-AD3136ED3F86}"/>
              </a:ext>
            </a:extLst>
          </p:cNvPr>
          <p:cNvSpPr txBox="1"/>
          <p:nvPr/>
        </p:nvSpPr>
        <p:spPr>
          <a:xfrm>
            <a:off x="564543" y="2417197"/>
            <a:ext cx="6456459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First Manufacturing:    PRIMARY LEAD</a:t>
            </a:r>
          </a:p>
          <a:p>
            <a:r>
              <a:rPr lang="en-IN" dirty="0"/>
              <a:t>Superior Group        :   SECONDARY LEAD</a:t>
            </a:r>
          </a:p>
          <a:p>
            <a:r>
              <a:rPr lang="en-IN" dirty="0"/>
              <a:t>National Retail        :   STRATEGIC PARTNER</a:t>
            </a:r>
          </a:p>
          <a:p>
            <a:r>
              <a:rPr lang="en-IN" dirty="0"/>
              <a:t>  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EF392D1-FFD5-5101-34C6-6B9E73509AC7}"/>
              </a:ext>
            </a:extLst>
          </p:cNvPr>
          <p:cNvSpPr txBox="1"/>
          <p:nvPr/>
        </p:nvSpPr>
        <p:spPr>
          <a:xfrm>
            <a:off x="1017767" y="3617526"/>
            <a:ext cx="815008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Strategic Recommendations :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E9639C7-8176-59E9-C293-E70214A31DD9}"/>
              </a:ext>
            </a:extLst>
          </p:cNvPr>
          <p:cNvSpPr txBox="1"/>
          <p:nvPr/>
        </p:nvSpPr>
        <p:spPr>
          <a:xfrm>
            <a:off x="1017767" y="4200557"/>
            <a:ext cx="8622705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Targeted Incentives:</a:t>
            </a:r>
            <a:r>
              <a:rPr lang="en-US" dirty="0"/>
              <a:t> Deploy volume-based discounts for FIRST MANUFACTURING to secure a long-term logistics contract.</a:t>
            </a:r>
          </a:p>
          <a:p>
            <a:r>
              <a:rPr lang="en-US" b="1" dirty="0"/>
              <a:t>Service Level </a:t>
            </a:r>
            <a:r>
              <a:rPr lang="en-US" b="1" dirty="0" err="1"/>
              <a:t>Optimisation</a:t>
            </a:r>
            <a:r>
              <a:rPr lang="en-US" b="1" dirty="0"/>
              <a:t>:</a:t>
            </a:r>
            <a:r>
              <a:rPr lang="en-US" dirty="0"/>
              <a:t> Assign a dedicated "Last-Mile" priority to SUPERIOR GROUP to capture the high-margin expedited shipping market.</a:t>
            </a:r>
          </a:p>
          <a:p>
            <a:r>
              <a:rPr lang="en-US" b="1" dirty="0"/>
              <a:t>Operational Alignment:</a:t>
            </a:r>
            <a:r>
              <a:rPr lang="en-US" dirty="0"/>
              <a:t> Align </a:t>
            </a:r>
            <a:r>
              <a:rPr lang="en-US" b="1" dirty="0"/>
              <a:t>Facility</a:t>
            </a:r>
            <a:r>
              <a:rPr lang="en-US" dirty="0"/>
              <a:t> schedules with NATIONAL RETAIL’s bulk pickup times to reduce truck idle time and fuel waste.</a:t>
            </a:r>
          </a:p>
          <a:p>
            <a:br>
              <a:rPr lang="en-US" dirty="0"/>
            </a:b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733185126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4A8E48-3B12-A2C5-94F3-9218D79980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Identifying </a:t>
            </a:r>
            <a:r>
              <a:rPr lang="en-US" dirty="0" err="1"/>
              <a:t>Optimisation</a:t>
            </a:r>
            <a:r>
              <a:rPr lang="en-US" dirty="0"/>
              <a:t> Targets in Underperforming Freight Categories</a:t>
            </a:r>
            <a:endParaRPr lang="en-IN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4D65B2D-308B-0EC7-0E1E-68811D50A7D0}"/>
              </a:ext>
            </a:extLst>
          </p:cNvPr>
          <p:cNvSpPr txBox="1"/>
          <p:nvPr/>
        </p:nvSpPr>
        <p:spPr>
          <a:xfrm>
            <a:off x="381663" y="2091192"/>
            <a:ext cx="9525663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PRIMARY_FREIGHT_TYPE                  REVENUE</a:t>
            </a:r>
          </a:p>
          <a:p>
            <a:r>
              <a:rPr lang="en-IN" dirty="0"/>
              <a:t>General                                            55794148078</a:t>
            </a:r>
          </a:p>
          <a:p>
            <a:r>
              <a:rPr lang="en-IN" dirty="0"/>
              <a:t>Electronics                                       63490208250</a:t>
            </a:r>
          </a:p>
          <a:p>
            <a:r>
              <a:rPr lang="en-IN" dirty="0"/>
              <a:t>Consumer Goods                               73330331542</a:t>
            </a:r>
          </a:p>
          <a:p>
            <a:r>
              <a:rPr lang="en-IN" dirty="0"/>
              <a:t>Automotive                                      82663900870</a:t>
            </a:r>
          </a:p>
          <a:p>
            <a:r>
              <a:rPr lang="en-IN" dirty="0"/>
              <a:t>Retail                                               89684790660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AB2A644-6806-5984-E943-79188E719D5B}"/>
              </a:ext>
            </a:extLst>
          </p:cNvPr>
          <p:cNvSpPr txBox="1"/>
          <p:nvPr/>
        </p:nvSpPr>
        <p:spPr>
          <a:xfrm>
            <a:off x="381663" y="3995678"/>
            <a:ext cx="8213697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Strategic Recommendations (The "Action")</a:t>
            </a:r>
          </a:p>
          <a:p>
            <a:r>
              <a:rPr lang="en-US" b="1" dirty="0"/>
              <a:t>Contract Renegotiation:</a:t>
            </a:r>
            <a:r>
              <a:rPr lang="en-US" dirty="0"/>
              <a:t> Review the </a:t>
            </a:r>
            <a:r>
              <a:rPr lang="en-US" b="1" dirty="0"/>
              <a:t>Earliest Contract Start Dates</a:t>
            </a:r>
            <a:r>
              <a:rPr lang="en-US" dirty="0"/>
              <a:t>; legacy contracts may no longer cover current fuel and maintenance costs.</a:t>
            </a:r>
          </a:p>
          <a:p>
            <a:r>
              <a:rPr lang="en-US" b="1" dirty="0"/>
              <a:t>Asset Reallocation:</a:t>
            </a:r>
            <a:r>
              <a:rPr lang="en-US" dirty="0"/>
              <a:t> Move fleet capacity away from these low-revenue freight types in </a:t>
            </a:r>
            <a:r>
              <a:rPr lang="en-US" b="1" dirty="0"/>
              <a:t>[Facility City]</a:t>
            </a:r>
            <a:r>
              <a:rPr lang="en-US" dirty="0"/>
              <a:t> to higher-margin opportunities identified in the Top 5 analysis.</a:t>
            </a:r>
          </a:p>
          <a:p>
            <a:r>
              <a:rPr lang="en-US" b="1" dirty="0"/>
              <a:t>Operational Audit:</a:t>
            </a:r>
            <a:r>
              <a:rPr lang="en-US" dirty="0"/>
              <a:t> Investigate why the </a:t>
            </a:r>
            <a:r>
              <a:rPr lang="en-US" b="1" dirty="0"/>
              <a:t>Earliest Scheduled Delivery</a:t>
            </a:r>
            <a:r>
              <a:rPr lang="en-US" dirty="0"/>
              <a:t> events for these types are yielding low revenue—check for high "Empty Mile" ratios or low truck utilization.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743726730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AED63BC-86AA-772E-3552-9EFA7CB1F9A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60346665"/>
      </p:ext>
    </p:extLst>
  </p:cSld>
  <p:clrMapOvr>
    <a:masterClrMapping/>
  </p:clrMapOvr>
</p:sld>
</file>

<file path=ppt/theme/theme1.xml><?xml version="1.0" encoding="utf-8"?>
<a:theme xmlns:a="http://schemas.openxmlformats.org/drawingml/2006/main" name="Berlin">
  <a:themeElements>
    <a:clrScheme name="Berlin">
      <a:dk1>
        <a:sysClr val="windowText" lastClr="000000"/>
      </a:dk1>
      <a:lt1>
        <a:sysClr val="window" lastClr="FFFFFF"/>
      </a:lt1>
      <a:dk2>
        <a:srgbClr val="9D360E"/>
      </a:dk2>
      <a:lt2>
        <a:srgbClr val="E7E6E6"/>
      </a:lt2>
      <a:accent1>
        <a:srgbClr val="F09415"/>
      </a:accent1>
      <a:accent2>
        <a:srgbClr val="C1B56B"/>
      </a:accent2>
      <a:accent3>
        <a:srgbClr val="4BAF73"/>
      </a:accent3>
      <a:accent4>
        <a:srgbClr val="5AA6C0"/>
      </a:accent4>
      <a:accent5>
        <a:srgbClr val="D17DF9"/>
      </a:accent5>
      <a:accent6>
        <a:srgbClr val="FA7E5C"/>
      </a:accent6>
      <a:hlink>
        <a:srgbClr val="FFAE3E"/>
      </a:hlink>
      <a:folHlink>
        <a:srgbClr val="FCC77E"/>
      </a:folHlink>
    </a:clrScheme>
    <a:fontScheme name="Berlin">
      <a:majorFont>
        <a:latin typeface="Trebuchet MS" panose="020B0603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Berlin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satMod val="100000"/>
                <a:lumMod val="110000"/>
              </a:schemeClr>
            </a:gs>
            <a:gs pos="100000">
              <a:schemeClr val="phClr">
                <a:tint val="70000"/>
                <a:satMod val="100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6000"/>
                <a:shade val="100000"/>
                <a:hueMod val="270000"/>
                <a:satMod val="200000"/>
                <a:lumMod val="128000"/>
              </a:schemeClr>
            </a:gs>
            <a:gs pos="50000">
              <a:schemeClr val="phClr">
                <a:shade val="100000"/>
                <a:hueMod val="100000"/>
                <a:satMod val="110000"/>
                <a:lumMod val="130000"/>
              </a:schemeClr>
            </a:gs>
            <a:gs pos="100000">
              <a:schemeClr val="phClr">
                <a:shade val="78000"/>
                <a:hueMod val="44000"/>
                <a:satMod val="200000"/>
                <a:lumMod val="69000"/>
              </a:schemeClr>
            </a:gs>
          </a:gsLst>
          <a:lin ang="252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erlin" id="{7B5DBA9E-B069-418E-9360-A61BDD0615A4}" vid="{C0CBE056-4EF4-4D92-969E-947779DA7AA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260</TotalTime>
  <Words>1146</Words>
  <Application>Microsoft Office PowerPoint</Application>
  <PresentationFormat>Widescreen</PresentationFormat>
  <Paragraphs>159</Paragraphs>
  <Slides>32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32</vt:i4>
      </vt:variant>
    </vt:vector>
  </HeadingPairs>
  <TitlesOfParts>
    <vt:vector size="39" baseType="lpstr">
      <vt:lpstr>Arial Unicode MS</vt:lpstr>
      <vt:lpstr>Arial</vt:lpstr>
      <vt:lpstr>Calibri</vt:lpstr>
      <vt:lpstr>Google Sans Text</vt:lpstr>
      <vt:lpstr>Menlo</vt:lpstr>
      <vt:lpstr>Trebuchet MS</vt:lpstr>
      <vt:lpstr>Berlin</vt:lpstr>
      <vt:lpstr> AMAZON            LOGISTICS</vt:lpstr>
      <vt:lpstr> PROJECT OVERVIEW : </vt:lpstr>
      <vt:lpstr>KEY OBJECTIVES : </vt:lpstr>
      <vt:lpstr>TECHNICAL STACK &amp; TOOLS:</vt:lpstr>
      <vt:lpstr>High-Level Medallion Architecture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Data Scope &amp; Domains</vt:lpstr>
      <vt:lpstr>Fleet &amp; Asset Management</vt:lpstr>
      <vt:lpstr>Delivery &amp; Routing Operations</vt:lpstr>
      <vt:lpstr>Human Capital &amp; Compliance</vt:lpstr>
      <vt:lpstr>INTEGRATION MODEL</vt:lpstr>
      <vt:lpstr>PowerPoint Presentation</vt:lpstr>
      <vt:lpstr>ENTITY RELATIONSHIP BLUEPRINT </vt:lpstr>
      <vt:lpstr>PowerPoint Presentation</vt:lpstr>
      <vt:lpstr>PowerPoint Presentation</vt:lpstr>
      <vt:lpstr>Data Modelling Strategy</vt:lpstr>
      <vt:lpstr>Key SQL Aggregations &amp; Metrics</vt:lpstr>
      <vt:lpstr>INSIGHTS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Actionable Insights</vt:lpstr>
      <vt:lpstr>IDENTIFIED RESOURCE IMBALANCE </vt:lpstr>
      <vt:lpstr>HIGH-VALUE CUSTOMER TARGETS</vt:lpstr>
      <vt:lpstr>Identifying Optimisation Targets in Underperforming Freight Categories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Abhinav gupta</dc:creator>
  <cp:lastModifiedBy>Abhinav gupta</cp:lastModifiedBy>
  <cp:revision>1</cp:revision>
  <dcterms:created xsi:type="dcterms:W3CDTF">2026-03-05T07:05:40Z</dcterms:created>
  <dcterms:modified xsi:type="dcterms:W3CDTF">2026-03-05T12:30:50Z</dcterms:modified>
</cp:coreProperties>
</file>